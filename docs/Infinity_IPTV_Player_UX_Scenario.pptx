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slideLayouts/slideLayout4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 id="2147484825" r:id="rId2"/>
    <p:sldMasterId id="2147484839" r:id="rId3"/>
    <p:sldMasterId id="2147484851" r:id="rId4"/>
    <p:sldMasterId id="2147483701" r:id="rId5"/>
    <p:sldMasterId id="2147483689" r:id="rId6"/>
  </p:sldMasterIdLst>
  <p:notesMasterIdLst>
    <p:notesMasterId r:id="rId22"/>
  </p:notesMasterIdLst>
  <p:handoutMasterIdLst>
    <p:handoutMasterId r:id="rId23"/>
  </p:handoutMasterIdLst>
  <p:sldIdLst>
    <p:sldId id="299" r:id="rId7"/>
    <p:sldId id="319" r:id="rId8"/>
    <p:sldId id="301" r:id="rId9"/>
    <p:sldId id="320" r:id="rId10"/>
    <p:sldId id="318" r:id="rId11"/>
    <p:sldId id="317" r:id="rId12"/>
    <p:sldId id="304" r:id="rId13"/>
    <p:sldId id="323" r:id="rId14"/>
    <p:sldId id="322" r:id="rId15"/>
    <p:sldId id="309" r:id="rId16"/>
    <p:sldId id="310" r:id="rId17"/>
    <p:sldId id="321" r:id="rId18"/>
    <p:sldId id="311" r:id="rId19"/>
    <p:sldId id="313" r:id="rId20"/>
    <p:sldId id="308" r:id="rId21"/>
  </p:sldIdLst>
  <p:sldSz cx="9906000" cy="6858000" type="A4"/>
  <p:notesSz cx="6858000" cy="9144000"/>
  <p:defaultTextStyle>
    <a:defPPr>
      <a:defRPr lang="ko-KR"/>
    </a:defPPr>
    <a:lvl1pPr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1pPr>
    <a:lvl2pPr marL="4572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2pPr>
    <a:lvl3pPr marL="9144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3pPr>
    <a:lvl4pPr marL="13716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4pPr>
    <a:lvl5pPr marL="18288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5pPr>
    <a:lvl6pPr marL="22860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6pPr>
    <a:lvl7pPr marL="27432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7pPr>
    <a:lvl8pPr marL="32004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8pPr>
    <a:lvl9pPr marL="36576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9pPr>
  </p:defaultTextStyle>
  <p:extLst>
    <p:ext uri="{EFAFB233-063F-42B5-8137-9DF3F51BA10A}">
      <p15:sldGuideLst xmlns:p15="http://schemas.microsoft.com/office/powerpoint/2012/main">
        <p15:guide id="1" orient="horz" pos="3784">
          <p15:clr>
            <a:srgbClr val="A4A3A4"/>
          </p15:clr>
        </p15:guide>
        <p15:guide id="2" orient="horz" pos="482">
          <p15:clr>
            <a:srgbClr val="A4A3A4"/>
          </p15:clr>
        </p15:guide>
        <p15:guide id="3" orient="horz" pos="845">
          <p15:clr>
            <a:srgbClr val="A4A3A4"/>
          </p15:clr>
        </p15:guide>
        <p15:guide id="4" orient="horz" pos="3430">
          <p15:clr>
            <a:srgbClr val="A4A3A4"/>
          </p15:clr>
        </p15:guide>
        <p15:guide id="5" orient="horz" pos="3833">
          <p15:clr>
            <a:srgbClr val="A4A3A4"/>
          </p15:clr>
        </p15:guide>
        <p15:guide id="6" pos="221">
          <p15:clr>
            <a:srgbClr val="A4A3A4"/>
          </p15:clr>
        </p15:guide>
        <p15:guide id="7" pos="31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FF0066"/>
    <a:srgbClr val="E9F5A3"/>
    <a:srgbClr val="F6FBAF"/>
    <a:srgbClr val="DDDDDD"/>
    <a:srgbClr val="969696"/>
    <a:srgbClr val="FF0000"/>
    <a:srgbClr val="BBE0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9708" autoAdjust="0"/>
  </p:normalViewPr>
  <p:slideViewPr>
    <p:cSldViewPr>
      <p:cViewPr varScale="1">
        <p:scale>
          <a:sx n="113" d="100"/>
          <a:sy n="113" d="100"/>
        </p:scale>
        <p:origin x="2808" y="96"/>
      </p:cViewPr>
      <p:guideLst>
        <p:guide orient="horz" pos="3784"/>
        <p:guide orient="horz" pos="482"/>
        <p:guide orient="horz" pos="845"/>
        <p:guide orient="horz" pos="3430"/>
        <p:guide orient="horz" pos="3833"/>
        <p:guide pos="221"/>
        <p:guide pos="3120"/>
      </p:guideLst>
    </p:cSldViewPr>
  </p:slideViewPr>
  <p:notesTextViewPr>
    <p:cViewPr>
      <p:scale>
        <a:sx n="100" d="100"/>
        <a:sy n="100" d="100"/>
      </p:scale>
      <p:origin x="0" y="0"/>
    </p:cViewPr>
  </p:notesTextViewPr>
  <p:sorterViewPr>
    <p:cViewPr>
      <p:scale>
        <a:sx n="200" d="100"/>
        <a:sy n="200" d="100"/>
      </p:scale>
      <p:origin x="0" y="0"/>
    </p:cViewPr>
  </p:sorterViewPr>
  <p:notesViewPr>
    <p:cSldViewPr>
      <p:cViewPr varScale="1">
        <p:scale>
          <a:sx n="86" d="100"/>
          <a:sy n="86" d="100"/>
        </p:scale>
        <p:origin x="386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6B19A6C-0C9D-1FD6-2B8E-6D775318C6E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굴림" pitchFamily="50" charset="-127"/>
                <a:cs typeface="Arial" charset="0"/>
              </a:defRPr>
            </a:lvl1pPr>
          </a:lstStyle>
          <a:p>
            <a:pPr>
              <a:defRPr/>
            </a:pPr>
            <a:endParaRPr lang="ko-KR" altLang="en-US"/>
          </a:p>
        </p:txBody>
      </p:sp>
      <p:sp>
        <p:nvSpPr>
          <p:cNvPr id="3" name="날짜 개체 틀 2">
            <a:extLst>
              <a:ext uri="{FF2B5EF4-FFF2-40B4-BE49-F238E27FC236}">
                <a16:creationId xmlns:a16="http://schemas.microsoft.com/office/drawing/2014/main" id="{8D79EF6B-CEC4-C1C2-AD64-BB444C22B3C0}"/>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ea typeface="굴림" pitchFamily="50" charset="-127"/>
                <a:cs typeface="Arial" charset="0"/>
              </a:defRPr>
            </a:lvl1pPr>
          </a:lstStyle>
          <a:p>
            <a:pPr>
              <a:defRPr/>
            </a:pPr>
            <a:fld id="{6B4755E5-8A0F-4697-9669-33739F684F94}" type="datetimeFigureOut">
              <a:rPr lang="ko-KR" altLang="en-US"/>
              <a:pPr>
                <a:defRPr/>
              </a:pPr>
              <a:t>2026-10-25</a:t>
            </a:fld>
            <a:endParaRPr lang="ko-KR" altLang="en-US" dirty="0"/>
          </a:p>
        </p:txBody>
      </p:sp>
      <p:sp>
        <p:nvSpPr>
          <p:cNvPr id="4" name="바닥글 개체 틀 3">
            <a:extLst>
              <a:ext uri="{FF2B5EF4-FFF2-40B4-BE49-F238E27FC236}">
                <a16:creationId xmlns:a16="http://schemas.microsoft.com/office/drawing/2014/main" id="{9F43EB3C-01AA-5B02-9451-7F6752D1B99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굴림" pitchFamily="50" charset="-127"/>
                <a:cs typeface="Arial" charset="0"/>
              </a:defRPr>
            </a:lvl1pPr>
          </a:lstStyle>
          <a:p>
            <a:pPr>
              <a:defRPr/>
            </a:pPr>
            <a:endParaRPr lang="ko-KR" altLang="en-US"/>
          </a:p>
        </p:txBody>
      </p:sp>
      <p:sp>
        <p:nvSpPr>
          <p:cNvPr id="5" name="슬라이드 번호 개체 틀 4">
            <a:extLst>
              <a:ext uri="{FF2B5EF4-FFF2-40B4-BE49-F238E27FC236}">
                <a16:creationId xmlns:a16="http://schemas.microsoft.com/office/drawing/2014/main" id="{95F98029-6FA9-A770-52CB-00ACE5B21079}"/>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F3578E5B-4B74-45D6-A5C9-6C95490AC08D}" type="slidenum">
              <a:rPr lang="ko-KR" altLang="en-US"/>
              <a:pPr/>
              <a:t>‹#›</a:t>
            </a:fld>
            <a:endParaRPr lang="ko-KR"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7BA3831-B9CC-F60E-6833-96E339E1F2D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kumimoji="1" sz="1200">
                <a:latin typeface="굴림" pitchFamily="50" charset="-127"/>
                <a:ea typeface="굴림" pitchFamily="50" charset="-127"/>
                <a:cs typeface="Arial" charset="0"/>
              </a:defRPr>
            </a:lvl1pPr>
          </a:lstStyle>
          <a:p>
            <a:pPr>
              <a:defRPr/>
            </a:pPr>
            <a:endParaRPr lang="en-US" altLang="ko-KR"/>
          </a:p>
        </p:txBody>
      </p:sp>
      <p:sp>
        <p:nvSpPr>
          <p:cNvPr id="6147" name="Rectangle 3">
            <a:extLst>
              <a:ext uri="{FF2B5EF4-FFF2-40B4-BE49-F238E27FC236}">
                <a16:creationId xmlns:a16="http://schemas.microsoft.com/office/drawing/2014/main" id="{118F11AC-BFDB-9662-74E0-9C4EF658422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kumimoji="1" sz="1200">
                <a:latin typeface="굴림" pitchFamily="50" charset="-127"/>
                <a:ea typeface="굴림" pitchFamily="50" charset="-127"/>
                <a:cs typeface="Arial" charset="0"/>
              </a:defRPr>
            </a:lvl1pPr>
          </a:lstStyle>
          <a:p>
            <a:pPr>
              <a:defRPr/>
            </a:pPr>
            <a:endParaRPr lang="en-US" altLang="ko-KR"/>
          </a:p>
        </p:txBody>
      </p:sp>
      <p:sp>
        <p:nvSpPr>
          <p:cNvPr id="14340" name="Rectangle 4">
            <a:extLst>
              <a:ext uri="{FF2B5EF4-FFF2-40B4-BE49-F238E27FC236}">
                <a16:creationId xmlns:a16="http://schemas.microsoft.com/office/drawing/2014/main" id="{8A58AE7E-D19D-FF28-22C5-9D61C5E6E99A}"/>
              </a:ext>
            </a:extLst>
          </p:cNvPr>
          <p:cNvSpPr>
            <a:spLocks noRo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E4AEE11-B53E-312A-84D7-59D0657A171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150" name="Rectangle 6">
            <a:extLst>
              <a:ext uri="{FF2B5EF4-FFF2-40B4-BE49-F238E27FC236}">
                <a16:creationId xmlns:a16="http://schemas.microsoft.com/office/drawing/2014/main" id="{6E073D1C-E2BE-7446-F0BD-5CA02ED8DDA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kumimoji="1" sz="1200">
                <a:latin typeface="굴림" pitchFamily="50" charset="-127"/>
                <a:ea typeface="굴림" pitchFamily="50" charset="-127"/>
                <a:cs typeface="Arial" charset="0"/>
              </a:defRPr>
            </a:lvl1pPr>
          </a:lstStyle>
          <a:p>
            <a:pPr>
              <a:defRPr/>
            </a:pPr>
            <a:endParaRPr lang="en-US" altLang="ko-KR"/>
          </a:p>
        </p:txBody>
      </p:sp>
      <p:sp>
        <p:nvSpPr>
          <p:cNvPr id="6151" name="Rectangle 7">
            <a:extLst>
              <a:ext uri="{FF2B5EF4-FFF2-40B4-BE49-F238E27FC236}">
                <a16:creationId xmlns:a16="http://schemas.microsoft.com/office/drawing/2014/main" id="{C34AA2AD-90DF-0B6C-3E95-CBAB4E2A6BF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kumimoji="1" sz="1200">
                <a:latin typeface="굴림" panose="020B0600000101010101" pitchFamily="34" charset="-127"/>
              </a:defRPr>
            </a:lvl1pPr>
          </a:lstStyle>
          <a:p>
            <a:fld id="{306AF06D-9506-4966-93B3-48DC1A4437DC}" type="slidenum">
              <a:rPr lang="en-US" altLang="ko-KR"/>
              <a:pPr/>
              <a:t>‹#›</a:t>
            </a:fld>
            <a:endParaRPr lang="en-US" altLang="ko-KR"/>
          </a:p>
        </p:txBody>
      </p:sp>
    </p:spTree>
  </p:cSld>
  <p:clrMap bg1="lt1" tx1="dk1" bg2="lt2" tx2="dk2" accent1="accent1" accent2="accent2" accent3="accent3" accent4="accent4" accent5="accent5" accent6="accent6" hlink="hlink" folHlink="folHlink"/>
  <p:hf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971C81A4-6C8C-426C-03C1-84F44805952D}"/>
              </a:ext>
            </a:extLst>
          </p:cNvPr>
          <p:cNvSpPr>
            <a:spLocks noGrp="1" noRot="1" noChangeAspect="1" noChangeArrowheads="1" noTextEdit="1"/>
          </p:cNvSpPr>
          <p:nvPr>
            <p:ph type="sldImg"/>
          </p:nvPr>
        </p:nvSpPr>
        <p:spPr>
          <a:ln/>
        </p:spPr>
      </p:sp>
      <p:sp>
        <p:nvSpPr>
          <p:cNvPr id="17411" name="슬라이드 노트 개체 틀 2">
            <a:extLst>
              <a:ext uri="{FF2B5EF4-FFF2-40B4-BE49-F238E27FC236}">
                <a16:creationId xmlns:a16="http://schemas.microsoft.com/office/drawing/2014/main" id="{6A3B06D6-6158-824F-74F5-E9B8BE7E30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en-US">
              <a:latin typeface="굴림" panose="020B0600000101010101" pitchFamily="34" charset="-127"/>
              <a:ea typeface="굴림" panose="020B0600000101010101" pitchFamily="34" charset="-127"/>
            </a:endParaRPr>
          </a:p>
        </p:txBody>
      </p:sp>
      <p:sp>
        <p:nvSpPr>
          <p:cNvPr id="17412" name="슬라이드 번호 개체 틀 3">
            <a:extLst>
              <a:ext uri="{FF2B5EF4-FFF2-40B4-BE49-F238E27FC236}">
                <a16:creationId xmlns:a16="http://schemas.microsoft.com/office/drawing/2014/main" id="{AC8B2D2F-A180-30C5-2E70-34CEF7EBB41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395F59F5-C73B-4BCA-AD58-06AFEAF47F60}" type="slidenum">
              <a:rPr lang="en-US" altLang="ko-KR">
                <a:latin typeface="굴림" panose="020B0600000101010101" pitchFamily="34" charset="-127"/>
              </a:rPr>
              <a:pPr/>
              <a:t>1</a:t>
            </a:fld>
            <a:endParaRPr lang="en-US" altLang="ko-KR">
              <a:latin typeface="굴림" panose="020B0600000101010101" pitchFamily="34"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a:extLst>
              <a:ext uri="{FF2B5EF4-FFF2-40B4-BE49-F238E27FC236}">
                <a16:creationId xmlns:a16="http://schemas.microsoft.com/office/drawing/2014/main" id="{2ABC98C8-AE27-884B-7365-94962B9E24DA}"/>
              </a:ext>
            </a:extLst>
          </p:cNvPr>
          <p:cNvSpPr>
            <a:spLocks noGrp="1" noRot="1" noChangeAspect="1" noChangeArrowheads="1" noTextEdit="1"/>
          </p:cNvSpPr>
          <p:nvPr>
            <p:ph type="sldImg"/>
          </p:nvPr>
        </p:nvSpPr>
        <p:spPr>
          <a:ln/>
        </p:spPr>
      </p:sp>
      <p:sp>
        <p:nvSpPr>
          <p:cNvPr id="19459" name="슬라이드 노트 개체 틀 2">
            <a:extLst>
              <a:ext uri="{FF2B5EF4-FFF2-40B4-BE49-F238E27FC236}">
                <a16:creationId xmlns:a16="http://schemas.microsoft.com/office/drawing/2014/main" id="{1C1D84A9-5147-807E-9805-512BD1E212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19460" name="슬라이드 번호 개체 틀 3">
            <a:extLst>
              <a:ext uri="{FF2B5EF4-FFF2-40B4-BE49-F238E27FC236}">
                <a16:creationId xmlns:a16="http://schemas.microsoft.com/office/drawing/2014/main" id="{1238266D-112D-A940-A6C2-537D49F7BE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C98FB55B-858E-42B6-9F57-96DB7D8A1061}" type="slidenum">
              <a:rPr lang="en-US" altLang="ko-KR">
                <a:latin typeface="굴림" panose="020B0600000101010101" pitchFamily="34" charset="-127"/>
              </a:rPr>
              <a:pPr/>
              <a:t>2</a:t>
            </a:fld>
            <a:endParaRPr lang="en-US" altLang="ko-KR">
              <a:latin typeface="굴림" panose="020B0600000101010101" pitchFamily="34"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슬라이드 이미지 개체 틀 1">
            <a:extLst>
              <a:ext uri="{FF2B5EF4-FFF2-40B4-BE49-F238E27FC236}">
                <a16:creationId xmlns:a16="http://schemas.microsoft.com/office/drawing/2014/main" id="{D354D657-D2CF-2A76-D3B6-855F7E589AF5}"/>
              </a:ext>
            </a:extLst>
          </p:cNvPr>
          <p:cNvSpPr>
            <a:spLocks noGrp="1" noRot="1" noChangeAspect="1" noChangeArrowheads="1" noTextEdit="1"/>
          </p:cNvSpPr>
          <p:nvPr>
            <p:ph type="sldImg"/>
          </p:nvPr>
        </p:nvSpPr>
        <p:spPr>
          <a:ln/>
        </p:spPr>
      </p:sp>
      <p:sp>
        <p:nvSpPr>
          <p:cNvPr id="21507" name="슬라이드 노트 개체 틀 2">
            <a:extLst>
              <a:ext uri="{FF2B5EF4-FFF2-40B4-BE49-F238E27FC236}">
                <a16:creationId xmlns:a16="http://schemas.microsoft.com/office/drawing/2014/main" id="{73BE3865-4A4A-347D-140C-53408410760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1508" name="슬라이드 번호 개체 틀 3">
            <a:extLst>
              <a:ext uri="{FF2B5EF4-FFF2-40B4-BE49-F238E27FC236}">
                <a16:creationId xmlns:a16="http://schemas.microsoft.com/office/drawing/2014/main" id="{A29A2B2A-B3A2-3CEF-2E34-13EF85A0B1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A3456765-CB85-4986-B238-EECD4FF183E3}" type="slidenum">
              <a:rPr lang="en-US" altLang="ko-KR">
                <a:latin typeface="굴림" panose="020B0600000101010101" pitchFamily="34" charset="-127"/>
              </a:rPr>
              <a:pPr/>
              <a:t>3</a:t>
            </a:fld>
            <a:endParaRPr lang="en-US" altLang="ko-KR">
              <a:latin typeface="굴림" panose="020B0600000101010101" pitchFamily="34" charset="-127"/>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1FE24A1A-DCF4-85B0-E043-4726F00D55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1pPr>
            <a:lvl2pPr marL="742950" indent="-28575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2pPr>
            <a:lvl3pPr marL="11430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3pPr>
            <a:lvl4pPr marL="16002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4pPr>
            <a:lvl5pPr marL="20574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9pPr>
          </a:lstStyle>
          <a:p>
            <a:fld id="{A8B06C36-1626-4A81-89FE-2E9CD40D9DDE}" type="slidenum">
              <a:rPr lang="en-US" altLang="ru-RU">
                <a:solidFill>
                  <a:srgbClr val="000000"/>
                </a:solidFill>
                <a:latin typeface="굴림" panose="020B0600000101010101" pitchFamily="34" charset="-127"/>
              </a:rPr>
              <a:pPr/>
              <a:t>4</a:t>
            </a:fld>
            <a:endParaRPr lang="en-US" altLang="ru-RU">
              <a:solidFill>
                <a:srgbClr val="000000"/>
              </a:solidFill>
              <a:latin typeface="굴림" panose="020B0600000101010101" pitchFamily="34" charset="-127"/>
            </a:endParaRPr>
          </a:p>
        </p:txBody>
      </p:sp>
      <p:sp>
        <p:nvSpPr>
          <p:cNvPr id="23555" name="Rectangle 1">
            <a:extLst>
              <a:ext uri="{FF2B5EF4-FFF2-40B4-BE49-F238E27FC236}">
                <a16:creationId xmlns:a16="http://schemas.microsoft.com/office/drawing/2014/main" id="{92E5E0D7-6F77-8EA4-2422-ADF8960EB32A}"/>
              </a:ext>
            </a:extLst>
          </p:cNvPr>
          <p:cNvSpPr>
            <a:spLocks noChangeArrowheads="1" noTextEdit="1"/>
          </p:cNvSpPr>
          <p:nvPr>
            <p:ph type="sldImg"/>
          </p:nvPr>
        </p:nvSpPr>
        <p:spPr>
          <a:solidFill>
            <a:srgbClr val="FFFFFF"/>
          </a:solidFill>
          <a:ln/>
        </p:spPr>
      </p:sp>
      <p:sp>
        <p:nvSpPr>
          <p:cNvPr id="23556" name="Text Box 2">
            <a:extLst>
              <a:ext uri="{FF2B5EF4-FFF2-40B4-BE49-F238E27FC236}">
                <a16:creationId xmlns:a16="http://schemas.microsoft.com/office/drawing/2014/main" id="{959D3C46-8639-CF5C-AC2D-6ABAD82CE94D}"/>
              </a:ext>
            </a:extLst>
          </p:cNvPr>
          <p:cNvSpPr txBox="1">
            <a:spLocks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uk-UA" altLang="ru-RU"/>
          </a:p>
        </p:txBody>
      </p:sp>
      <p:sp>
        <p:nvSpPr>
          <p:cNvPr id="23557" name="Text Box 3">
            <a:extLst>
              <a:ext uri="{FF2B5EF4-FFF2-40B4-BE49-F238E27FC236}">
                <a16:creationId xmlns:a16="http://schemas.microsoft.com/office/drawing/2014/main" id="{37FDA148-81C9-00D4-3DD0-1C2AC9B5CEAA}"/>
              </a:ext>
            </a:extLst>
          </p:cNvPr>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9pPr>
          </a:lstStyle>
          <a:p>
            <a:pPr algn="r" eaLnBrk="1" hangingPunct="1"/>
            <a:fld id="{64B61C4D-CF69-444C-BC15-A50A4AED8AE0}" type="slidenum">
              <a:rPr lang="en-US" altLang="ru-RU" sz="1200">
                <a:solidFill>
                  <a:srgbClr val="000000"/>
                </a:solidFill>
                <a:latin typeface="굴림" panose="020B0600000101010101" pitchFamily="34" charset="-127"/>
              </a:rPr>
              <a:pPr algn="r" eaLnBrk="1" hangingPunct="1"/>
              <a:t>4</a:t>
            </a:fld>
            <a:endParaRPr lang="en-US" altLang="ru-RU" sz="1200">
              <a:solidFill>
                <a:srgbClr val="000000"/>
              </a:solidFill>
              <a:latin typeface="굴림" panose="020B0600000101010101" pitchFamily="34"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슬라이드 이미지 개체 틀 1">
            <a:extLst>
              <a:ext uri="{FF2B5EF4-FFF2-40B4-BE49-F238E27FC236}">
                <a16:creationId xmlns:a16="http://schemas.microsoft.com/office/drawing/2014/main" id="{81E22E17-A8AC-528C-63E1-334EAE43E938}"/>
              </a:ext>
            </a:extLst>
          </p:cNvPr>
          <p:cNvSpPr>
            <a:spLocks noGrp="1" noRot="1" noChangeAspect="1" noChangeArrowheads="1" noTextEdit="1"/>
          </p:cNvSpPr>
          <p:nvPr>
            <p:ph type="sldImg"/>
          </p:nvPr>
        </p:nvSpPr>
        <p:spPr>
          <a:ln/>
        </p:spPr>
      </p:sp>
      <p:sp>
        <p:nvSpPr>
          <p:cNvPr id="25603" name="슬라이드 노트 개체 틀 2">
            <a:extLst>
              <a:ext uri="{FF2B5EF4-FFF2-40B4-BE49-F238E27FC236}">
                <a16:creationId xmlns:a16="http://schemas.microsoft.com/office/drawing/2014/main" id="{63CE3A5C-0BCD-FCFD-5CE0-95AD23C22C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5604" name="슬라이드 번호 개체 틀 3">
            <a:extLst>
              <a:ext uri="{FF2B5EF4-FFF2-40B4-BE49-F238E27FC236}">
                <a16:creationId xmlns:a16="http://schemas.microsoft.com/office/drawing/2014/main" id="{0FF9AB58-B519-83EF-A146-9D7B5D3FB90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1443ABF3-8E0B-426F-8050-89D5E2633EB4}" type="slidenum">
              <a:rPr lang="en-US" altLang="ko-KR">
                <a:latin typeface="굴림" panose="020B0600000101010101" pitchFamily="34" charset="-127"/>
              </a:rPr>
              <a:pPr/>
              <a:t>5</a:t>
            </a:fld>
            <a:endParaRPr lang="en-US" altLang="ko-KR">
              <a:latin typeface="굴림" panose="020B0600000101010101" pitchFamily="34"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a:extLst>
              <a:ext uri="{FF2B5EF4-FFF2-40B4-BE49-F238E27FC236}">
                <a16:creationId xmlns:a16="http://schemas.microsoft.com/office/drawing/2014/main" id="{2DD0B33E-6EEE-4773-8727-0DF911A9CB87}"/>
              </a:ext>
            </a:extLst>
          </p:cNvPr>
          <p:cNvSpPr>
            <a:spLocks noGrp="1" noRot="1" noChangeAspect="1" noChangeArrowheads="1" noTextEdit="1"/>
          </p:cNvSpPr>
          <p:nvPr>
            <p:ph type="sldImg"/>
          </p:nvPr>
        </p:nvSpPr>
        <p:spPr>
          <a:ln/>
        </p:spPr>
      </p:sp>
      <p:sp>
        <p:nvSpPr>
          <p:cNvPr id="27651" name="슬라이드 노트 개체 틀 2">
            <a:extLst>
              <a:ext uri="{FF2B5EF4-FFF2-40B4-BE49-F238E27FC236}">
                <a16:creationId xmlns:a16="http://schemas.microsoft.com/office/drawing/2014/main" id="{2D176669-3B12-700D-44AC-1ACD0D8892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7652" name="슬라이드 번호 개체 틀 3">
            <a:extLst>
              <a:ext uri="{FF2B5EF4-FFF2-40B4-BE49-F238E27FC236}">
                <a16:creationId xmlns:a16="http://schemas.microsoft.com/office/drawing/2014/main" id="{5FCA77F9-5FE6-49F7-422F-C060046CB5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B73E92E3-47A0-4635-BD86-424CB4213860}" type="slidenum">
              <a:rPr lang="en-US" altLang="ko-KR">
                <a:latin typeface="굴림" panose="020B0600000101010101" pitchFamily="34" charset="-127"/>
              </a:rPr>
              <a:pPr/>
              <a:t>6</a:t>
            </a:fld>
            <a:endParaRPr lang="en-US" altLang="ko-KR">
              <a:latin typeface="굴림" panose="020B0600000101010101" pitchFamily="34"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슬라이드 이미지 개체 틀 1">
            <a:extLst>
              <a:ext uri="{FF2B5EF4-FFF2-40B4-BE49-F238E27FC236}">
                <a16:creationId xmlns:a16="http://schemas.microsoft.com/office/drawing/2014/main" id="{3CE75666-A7AB-A2C5-80AE-3DF1D0DC5055}"/>
              </a:ext>
            </a:extLst>
          </p:cNvPr>
          <p:cNvSpPr>
            <a:spLocks noGrp="1" noRot="1" noChangeAspect="1" noChangeArrowheads="1" noTextEdit="1"/>
          </p:cNvSpPr>
          <p:nvPr>
            <p:ph type="sldImg"/>
          </p:nvPr>
        </p:nvSpPr>
        <p:spPr>
          <a:ln/>
        </p:spPr>
      </p:sp>
      <p:sp>
        <p:nvSpPr>
          <p:cNvPr id="29699" name="슬라이드 노트 개체 틀 2">
            <a:extLst>
              <a:ext uri="{FF2B5EF4-FFF2-40B4-BE49-F238E27FC236}">
                <a16:creationId xmlns:a16="http://schemas.microsoft.com/office/drawing/2014/main" id="{AFA2D3D6-DBF8-F999-4D9D-B302F1EEEA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9700" name="슬라이드 번호 개체 틀 3">
            <a:extLst>
              <a:ext uri="{FF2B5EF4-FFF2-40B4-BE49-F238E27FC236}">
                <a16:creationId xmlns:a16="http://schemas.microsoft.com/office/drawing/2014/main" id="{C2EF923D-24B3-5A8D-D8B0-EB3F4F2F63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B241C69-2ADA-49F6-913E-6CD207606EB2}" type="slidenum">
              <a:rPr lang="en-US" altLang="ko-KR">
                <a:latin typeface="굴림" panose="020B0600000101010101" pitchFamily="34" charset="-127"/>
              </a:rPr>
              <a:pPr/>
              <a:t>7</a:t>
            </a:fld>
            <a:endParaRPr lang="en-US" altLang="ko-KR">
              <a:latin typeface="굴림" panose="020B0600000101010101" pitchFamily="34" charset="-127"/>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슬라이드 이미지 개체 틀 1">
            <a:extLst>
              <a:ext uri="{FF2B5EF4-FFF2-40B4-BE49-F238E27FC236}">
                <a16:creationId xmlns:a16="http://schemas.microsoft.com/office/drawing/2014/main" id="{FC4F1BD2-6D9F-D8BD-D379-7A7A4747B2D1}"/>
              </a:ext>
            </a:extLst>
          </p:cNvPr>
          <p:cNvSpPr>
            <a:spLocks noGrp="1" noRot="1" noChangeAspect="1" noChangeArrowheads="1" noTextEdit="1"/>
          </p:cNvSpPr>
          <p:nvPr>
            <p:ph type="sldImg"/>
          </p:nvPr>
        </p:nvSpPr>
        <p:spPr>
          <a:ln/>
        </p:spPr>
      </p:sp>
      <p:sp>
        <p:nvSpPr>
          <p:cNvPr id="31747" name="슬라이드 노트 개체 틀 2">
            <a:extLst>
              <a:ext uri="{FF2B5EF4-FFF2-40B4-BE49-F238E27FC236}">
                <a16:creationId xmlns:a16="http://schemas.microsoft.com/office/drawing/2014/main" id="{8D24FDC6-CF0C-217C-8319-3D54E1304F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1748" name="슬라이드 번호 개체 틀 3">
            <a:extLst>
              <a:ext uri="{FF2B5EF4-FFF2-40B4-BE49-F238E27FC236}">
                <a16:creationId xmlns:a16="http://schemas.microsoft.com/office/drawing/2014/main" id="{CB1F8AAB-5666-95CC-2E8B-7A42655D41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F9B8C82C-7873-437D-8099-74B9BB07559E}" type="slidenum">
              <a:rPr lang="en-US" altLang="ko-KR">
                <a:latin typeface="굴림" panose="020B0600000101010101" pitchFamily="34" charset="-127"/>
              </a:rPr>
              <a:pPr/>
              <a:t>8</a:t>
            </a:fld>
            <a:endParaRPr lang="en-US" altLang="ko-KR">
              <a:latin typeface="굴림" panose="020B0600000101010101" pitchFamily="34" charset="-127"/>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6D67B8D4-7176-197D-0DE7-CA8B3B00B4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1pPr>
            <a:lvl2pPr marL="742950" indent="-28575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2pPr>
            <a:lvl3pPr marL="11430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3pPr>
            <a:lvl4pPr marL="16002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4pPr>
            <a:lvl5pPr marL="20574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9pPr>
          </a:lstStyle>
          <a:p>
            <a:fld id="{09DCD957-55AF-4FCB-9492-49BC20D68ADB}" type="slidenum">
              <a:rPr lang="en-US" altLang="ru-RU">
                <a:solidFill>
                  <a:srgbClr val="000000"/>
                </a:solidFill>
                <a:latin typeface="굴림" panose="020B0600000101010101" pitchFamily="34" charset="-127"/>
              </a:rPr>
              <a:pPr/>
              <a:t>9</a:t>
            </a:fld>
            <a:endParaRPr lang="en-US" altLang="ru-RU">
              <a:solidFill>
                <a:srgbClr val="000000"/>
              </a:solidFill>
              <a:latin typeface="굴림" panose="020B0600000101010101" pitchFamily="34" charset="-127"/>
            </a:endParaRPr>
          </a:p>
        </p:txBody>
      </p:sp>
      <p:sp>
        <p:nvSpPr>
          <p:cNvPr id="33795" name="Rectangle 1">
            <a:extLst>
              <a:ext uri="{FF2B5EF4-FFF2-40B4-BE49-F238E27FC236}">
                <a16:creationId xmlns:a16="http://schemas.microsoft.com/office/drawing/2014/main" id="{6D831CC0-EC15-D2F0-73FA-2E70519513BA}"/>
              </a:ext>
            </a:extLst>
          </p:cNvPr>
          <p:cNvSpPr>
            <a:spLocks noChangeArrowheads="1" noTextEdit="1"/>
          </p:cNvSpPr>
          <p:nvPr>
            <p:ph type="sldImg"/>
          </p:nvPr>
        </p:nvSpPr>
        <p:spPr>
          <a:solidFill>
            <a:srgbClr val="FFFFFF"/>
          </a:solidFill>
          <a:ln/>
        </p:spPr>
      </p:sp>
      <p:sp>
        <p:nvSpPr>
          <p:cNvPr id="33796" name="Text Box 2">
            <a:extLst>
              <a:ext uri="{FF2B5EF4-FFF2-40B4-BE49-F238E27FC236}">
                <a16:creationId xmlns:a16="http://schemas.microsoft.com/office/drawing/2014/main" id="{1ED6039F-A062-6436-11B2-3C99A5D9AAE5}"/>
              </a:ext>
            </a:extLst>
          </p:cNvPr>
          <p:cNvSpPr txBox="1">
            <a:spLocks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uk-UA" altLang="ru-RU"/>
          </a:p>
        </p:txBody>
      </p:sp>
      <p:sp>
        <p:nvSpPr>
          <p:cNvPr id="33797" name="Text Box 3">
            <a:extLst>
              <a:ext uri="{FF2B5EF4-FFF2-40B4-BE49-F238E27FC236}">
                <a16:creationId xmlns:a16="http://schemas.microsoft.com/office/drawing/2014/main" id="{386E53A9-6870-293E-B6E3-FBD105913D89}"/>
              </a:ext>
            </a:extLst>
          </p:cNvPr>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9pPr>
          </a:lstStyle>
          <a:p>
            <a:pPr algn="r" eaLnBrk="1" hangingPunct="1"/>
            <a:fld id="{C8228EA9-72D1-4D6E-9A42-399CE31B6E6E}" type="slidenum">
              <a:rPr lang="en-US" altLang="ru-RU" sz="1200">
                <a:solidFill>
                  <a:srgbClr val="000000"/>
                </a:solidFill>
                <a:latin typeface="굴림" panose="020B0600000101010101" pitchFamily="34" charset="-127"/>
              </a:rPr>
              <a:pPr algn="r" eaLnBrk="1" hangingPunct="1"/>
              <a:t>9</a:t>
            </a:fld>
            <a:endParaRPr lang="en-US" altLang="ru-RU" sz="1200">
              <a:solidFill>
                <a:srgbClr val="000000"/>
              </a:solidFill>
              <a:latin typeface="굴림" panose="020B0600000101010101" pitchFamily="34" charset="-127"/>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슬라이드 이미지 개체 틀 1">
            <a:extLst>
              <a:ext uri="{FF2B5EF4-FFF2-40B4-BE49-F238E27FC236}">
                <a16:creationId xmlns:a16="http://schemas.microsoft.com/office/drawing/2014/main" id="{A25058A8-55D4-D20C-8BC6-7BD2FCB5C4C4}"/>
              </a:ext>
            </a:extLst>
          </p:cNvPr>
          <p:cNvSpPr>
            <a:spLocks noGrp="1" noRot="1" noChangeAspect="1" noChangeArrowheads="1" noTextEdit="1"/>
          </p:cNvSpPr>
          <p:nvPr>
            <p:ph type="sldImg"/>
          </p:nvPr>
        </p:nvSpPr>
        <p:spPr>
          <a:ln/>
        </p:spPr>
      </p:sp>
      <p:sp>
        <p:nvSpPr>
          <p:cNvPr id="35843" name="슬라이드 노트 개체 틀 2">
            <a:extLst>
              <a:ext uri="{FF2B5EF4-FFF2-40B4-BE49-F238E27FC236}">
                <a16:creationId xmlns:a16="http://schemas.microsoft.com/office/drawing/2014/main" id="{10E07931-C4F8-F913-DFCC-2E18139C715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5844" name="슬라이드 번호 개체 틀 3">
            <a:extLst>
              <a:ext uri="{FF2B5EF4-FFF2-40B4-BE49-F238E27FC236}">
                <a16:creationId xmlns:a16="http://schemas.microsoft.com/office/drawing/2014/main" id="{47C6DCF1-DBC7-009C-208B-C6BACDD977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8E13FF-E5B5-4566-8325-91AC266E3BB0}" type="slidenum">
              <a:rPr lang="en-US" altLang="ko-KR">
                <a:latin typeface="굴림" panose="020B0600000101010101" pitchFamily="34" charset="-127"/>
              </a:rPr>
              <a:pPr/>
              <a:t>10</a:t>
            </a:fld>
            <a:endParaRPr lang="en-US" altLang="ko-KR">
              <a:latin typeface="굴림" panose="020B0600000101010101" pitchFamily="34" charset="-127"/>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슬라이드 이미지 개체 틀 1">
            <a:extLst>
              <a:ext uri="{FF2B5EF4-FFF2-40B4-BE49-F238E27FC236}">
                <a16:creationId xmlns:a16="http://schemas.microsoft.com/office/drawing/2014/main" id="{74CCBEC3-6652-0C48-DD99-9687851C2104}"/>
              </a:ext>
            </a:extLst>
          </p:cNvPr>
          <p:cNvSpPr>
            <a:spLocks noGrp="1" noRot="1" noChangeAspect="1" noChangeArrowheads="1" noTextEdit="1"/>
          </p:cNvSpPr>
          <p:nvPr>
            <p:ph type="sldImg"/>
          </p:nvPr>
        </p:nvSpPr>
        <p:spPr>
          <a:ln/>
        </p:spPr>
      </p:sp>
      <p:sp>
        <p:nvSpPr>
          <p:cNvPr id="37891" name="슬라이드 노트 개체 틀 2">
            <a:extLst>
              <a:ext uri="{FF2B5EF4-FFF2-40B4-BE49-F238E27FC236}">
                <a16:creationId xmlns:a16="http://schemas.microsoft.com/office/drawing/2014/main" id="{7DCEFEC0-1529-4082-03AB-8AF4A95EB2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7892" name="슬라이드 번호 개체 틀 3">
            <a:extLst>
              <a:ext uri="{FF2B5EF4-FFF2-40B4-BE49-F238E27FC236}">
                <a16:creationId xmlns:a16="http://schemas.microsoft.com/office/drawing/2014/main" id="{F7226268-A376-C466-BBA9-3F02F8A26A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6F7BB2C4-3D8F-48FC-BC1B-791F8A76C7A0}" type="slidenum">
              <a:rPr lang="en-US" altLang="ko-KR">
                <a:latin typeface="굴림" panose="020B0600000101010101" pitchFamily="34" charset="-127"/>
              </a:rPr>
              <a:pPr/>
              <a:t>11</a:t>
            </a:fld>
            <a:endParaRPr lang="en-US" altLang="ko-KR">
              <a:latin typeface="굴림" panose="020B0600000101010101" pitchFamily="34" charset="-127"/>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슬라이드 이미지 개체 틀 1">
            <a:extLst>
              <a:ext uri="{FF2B5EF4-FFF2-40B4-BE49-F238E27FC236}">
                <a16:creationId xmlns:a16="http://schemas.microsoft.com/office/drawing/2014/main" id="{F3277F40-A733-824E-69AF-E872FAB1568E}"/>
              </a:ext>
            </a:extLst>
          </p:cNvPr>
          <p:cNvSpPr>
            <a:spLocks noGrp="1" noRot="1" noChangeAspect="1" noChangeArrowheads="1" noTextEdit="1"/>
          </p:cNvSpPr>
          <p:nvPr>
            <p:ph type="sldImg"/>
          </p:nvPr>
        </p:nvSpPr>
        <p:spPr>
          <a:ln/>
        </p:spPr>
      </p:sp>
      <p:sp>
        <p:nvSpPr>
          <p:cNvPr id="39939" name="슬라이드 노트 개체 틀 2">
            <a:extLst>
              <a:ext uri="{FF2B5EF4-FFF2-40B4-BE49-F238E27FC236}">
                <a16:creationId xmlns:a16="http://schemas.microsoft.com/office/drawing/2014/main" id="{A9C77149-3846-4625-44CC-ABBC4AB762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9940" name="슬라이드 번호 개체 틀 3">
            <a:extLst>
              <a:ext uri="{FF2B5EF4-FFF2-40B4-BE49-F238E27FC236}">
                <a16:creationId xmlns:a16="http://schemas.microsoft.com/office/drawing/2014/main" id="{0F8C92B8-0955-FBF6-4385-4302204EEB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56B08A39-9E54-4297-A442-94231CA374B4}" type="slidenum">
              <a:rPr lang="en-US" altLang="ko-KR">
                <a:latin typeface="굴림" panose="020B0600000101010101" pitchFamily="34" charset="-127"/>
              </a:rPr>
              <a:pPr/>
              <a:t>12</a:t>
            </a:fld>
            <a:endParaRPr lang="en-US" altLang="ko-KR">
              <a:latin typeface="굴림" panose="020B0600000101010101" pitchFamily="34" charset="-127"/>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슬라이드 이미지 개체 틀 1">
            <a:extLst>
              <a:ext uri="{FF2B5EF4-FFF2-40B4-BE49-F238E27FC236}">
                <a16:creationId xmlns:a16="http://schemas.microsoft.com/office/drawing/2014/main" id="{85F89D03-EF17-6A4A-D4F2-FF1D6F40DBC6}"/>
              </a:ext>
            </a:extLst>
          </p:cNvPr>
          <p:cNvSpPr>
            <a:spLocks noGrp="1" noRot="1" noChangeAspect="1" noChangeArrowheads="1" noTextEdit="1"/>
          </p:cNvSpPr>
          <p:nvPr>
            <p:ph type="sldImg"/>
          </p:nvPr>
        </p:nvSpPr>
        <p:spPr>
          <a:ln/>
        </p:spPr>
      </p:sp>
      <p:sp>
        <p:nvSpPr>
          <p:cNvPr id="41987" name="슬라이드 노트 개체 틀 2">
            <a:extLst>
              <a:ext uri="{FF2B5EF4-FFF2-40B4-BE49-F238E27FC236}">
                <a16:creationId xmlns:a16="http://schemas.microsoft.com/office/drawing/2014/main" id="{023E8404-158B-5232-0F16-76B467D01A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41988" name="슬라이드 번호 개체 틀 3">
            <a:extLst>
              <a:ext uri="{FF2B5EF4-FFF2-40B4-BE49-F238E27FC236}">
                <a16:creationId xmlns:a16="http://schemas.microsoft.com/office/drawing/2014/main" id="{E8A51C76-479A-18F5-98FD-3D0E5D5309AA}"/>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r" eaLnBrk="1" latinLnBrk="1" hangingPunct="1"/>
            <a:fld id="{F6A0ACA1-BFE1-4EF4-B230-4A7835CF4EA1}" type="slidenum">
              <a:rPr kumimoji="1" lang="en-US" altLang="ko-KR" sz="1200">
                <a:latin typeface="굴림" panose="020B0600000101010101" pitchFamily="34" charset="-127"/>
              </a:rPr>
              <a:pPr algn="r" eaLnBrk="1" latinLnBrk="1" hangingPunct="1"/>
              <a:t>13</a:t>
            </a:fld>
            <a:endParaRPr kumimoji="1" lang="en-US" altLang="ko-KR" sz="1200">
              <a:latin typeface="굴림" panose="020B0600000101010101" pitchFamily="34" charset="-127"/>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슬라이드 이미지 개체 틀 1">
            <a:extLst>
              <a:ext uri="{FF2B5EF4-FFF2-40B4-BE49-F238E27FC236}">
                <a16:creationId xmlns:a16="http://schemas.microsoft.com/office/drawing/2014/main" id="{7C5DCBEF-0971-85B0-F175-7A62ECC1DFAF}"/>
              </a:ext>
            </a:extLst>
          </p:cNvPr>
          <p:cNvSpPr>
            <a:spLocks noGrp="1" noRot="1" noChangeAspect="1" noChangeArrowheads="1" noTextEdit="1"/>
          </p:cNvSpPr>
          <p:nvPr>
            <p:ph type="sldImg"/>
          </p:nvPr>
        </p:nvSpPr>
        <p:spPr>
          <a:ln/>
        </p:spPr>
      </p:sp>
      <p:sp>
        <p:nvSpPr>
          <p:cNvPr id="44035" name="슬라이드 노트 개체 틀 2">
            <a:extLst>
              <a:ext uri="{FF2B5EF4-FFF2-40B4-BE49-F238E27FC236}">
                <a16:creationId xmlns:a16="http://schemas.microsoft.com/office/drawing/2014/main" id="{63DA8A5A-5D80-736D-B76A-5526A47644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44036" name="슬라이드 번호 개체 틀 3">
            <a:extLst>
              <a:ext uri="{FF2B5EF4-FFF2-40B4-BE49-F238E27FC236}">
                <a16:creationId xmlns:a16="http://schemas.microsoft.com/office/drawing/2014/main" id="{4831E857-E9B4-DC81-56AB-10ADFF4C2C30}"/>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r" eaLnBrk="1" latinLnBrk="1" hangingPunct="1"/>
            <a:fld id="{A439299C-BCFA-406E-A3F1-2EA99ACB9362}" type="slidenum">
              <a:rPr kumimoji="1" lang="en-US" altLang="ko-KR" sz="1200">
                <a:latin typeface="굴림" panose="020B0600000101010101" pitchFamily="34" charset="-127"/>
              </a:rPr>
              <a:pPr algn="r" eaLnBrk="1" latinLnBrk="1" hangingPunct="1"/>
              <a:t>14</a:t>
            </a:fld>
            <a:endParaRPr kumimoji="1" lang="en-US" altLang="ko-KR" sz="1200">
              <a:latin typeface="굴림" panose="020B0600000101010101" pitchFamily="34" charset="-127"/>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슬라이드 이미지 개체 틀 1">
            <a:extLst>
              <a:ext uri="{FF2B5EF4-FFF2-40B4-BE49-F238E27FC236}">
                <a16:creationId xmlns:a16="http://schemas.microsoft.com/office/drawing/2014/main" id="{837B9BE9-10BF-91AD-4C33-9DAA780A4702}"/>
              </a:ext>
            </a:extLst>
          </p:cNvPr>
          <p:cNvSpPr>
            <a:spLocks noGrp="1" noRot="1" noChangeAspect="1" noChangeArrowheads="1" noTextEdit="1"/>
          </p:cNvSpPr>
          <p:nvPr>
            <p:ph type="sldImg"/>
          </p:nvPr>
        </p:nvSpPr>
        <p:spPr>
          <a:ln/>
        </p:spPr>
      </p:sp>
      <p:sp>
        <p:nvSpPr>
          <p:cNvPr id="46083" name="슬라이드 노트 개체 틀 2">
            <a:extLst>
              <a:ext uri="{FF2B5EF4-FFF2-40B4-BE49-F238E27FC236}">
                <a16:creationId xmlns:a16="http://schemas.microsoft.com/office/drawing/2014/main" id="{12B9B50F-66C1-BA3B-03ED-BE8F00DA48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46084" name="슬라이드 번호 개체 틀 3">
            <a:extLst>
              <a:ext uri="{FF2B5EF4-FFF2-40B4-BE49-F238E27FC236}">
                <a16:creationId xmlns:a16="http://schemas.microsoft.com/office/drawing/2014/main" id="{D2754648-1D79-F4AF-8BD7-F50522877D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F3FB2A4C-C71F-478A-B72E-A9B1496DF933}" type="slidenum">
              <a:rPr lang="en-US" altLang="ko-KR">
                <a:latin typeface="굴림" panose="020B0600000101010101" pitchFamily="34" charset="-127"/>
              </a:rPr>
              <a:pPr/>
              <a:t>15</a:t>
            </a:fld>
            <a:endParaRPr lang="en-US" altLang="ko-KR">
              <a:latin typeface="굴림" panose="020B0600000101010101" pitchFamily="34"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s Page">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9D5CC7F-7300-24C1-F0FF-5F1ED0ADE516}"/>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lnSpc>
                <a:spcPct val="110000"/>
              </a:lnSpc>
              <a:spcBef>
                <a:spcPct val="25000"/>
              </a:spcBef>
              <a:buFont typeface="Wingdings" panose="05000000000000000000" pitchFamily="2" charset="2"/>
              <a:buNone/>
            </a:pPr>
            <a:fld id="{46DFA456-F7CE-4510-A67C-008A229E03C9}" type="slidenum">
              <a:rPr lang="ko-KR" altLang="en-US" sz="1000">
                <a:solidFill>
                  <a:srgbClr val="7F7F7F"/>
                </a:solidFill>
                <a:latin typeface="맑은 고딕" panose="020B0503020000020004" pitchFamily="34" charset="-127"/>
                <a:ea typeface="맑은 고딕" panose="020B0503020000020004" pitchFamily="34" charset="-127"/>
              </a:rPr>
              <a:pPr algn="ctr">
                <a:lnSpc>
                  <a:spcPct val="110000"/>
                </a:lnSpc>
                <a:spcBef>
                  <a:spcPct val="25000"/>
                </a:spcBef>
                <a:buFont typeface="Wingdings" panose="05000000000000000000" pitchFamily="2" charset="2"/>
                <a:buNone/>
              </a:pPr>
              <a:t>‹#›</a:t>
            </a:fld>
            <a:endParaRPr lang="en-US" altLang="ko-KR" sz="1000">
              <a:solidFill>
                <a:srgbClr val="7F7F7F"/>
              </a:solidFill>
              <a:latin typeface="맑은 고딕" panose="020B0503020000020004" pitchFamily="34" charset="-127"/>
              <a:ea typeface="맑은 고딕" panose="020B0503020000020004" pitchFamily="34" charset="-127"/>
            </a:endParaRPr>
          </a:p>
        </p:txBody>
      </p:sp>
      <p:sp>
        <p:nvSpPr>
          <p:cNvPr id="6" name="텍스트 개체 틀 18"/>
          <p:cNvSpPr>
            <a:spLocks noGrp="1"/>
          </p:cNvSpPr>
          <p:nvPr>
            <p:ph type="body" sz="quarter" idx="13"/>
          </p:nvPr>
        </p:nvSpPr>
        <p:spPr>
          <a:xfrm>
            <a:off x="344488" y="188640"/>
            <a:ext cx="7416824" cy="369332"/>
          </a:xfrm>
          <a:prstGeom prst="rect">
            <a:avLst/>
          </a:prstGeom>
          <a:noFill/>
          <a:ln w="9525">
            <a:noFill/>
            <a:miter lim="800000"/>
            <a:headEnd/>
            <a:tailEnd/>
          </a:ln>
        </p:spPr>
        <p:txBody>
          <a:bodyPr wrap="square">
            <a:spAutoFit/>
          </a:bodyPr>
          <a:lstStyle>
            <a:lvl1pPr algn="l" rtl="0" eaLnBrk="0" fontAlgn="base" hangingPunct="0">
              <a:spcBef>
                <a:spcPct val="50000"/>
              </a:spcBef>
              <a:spcAft>
                <a:spcPct val="0"/>
              </a:spcAft>
              <a:buNone/>
              <a:defRPr lang="ko-KR" altLang="en-US" sz="1800" b="1" kern="1200" dirty="0">
                <a:solidFill>
                  <a:schemeClr val="tx1"/>
                </a:solidFill>
                <a:latin typeface="맑은 고딕" pitchFamily="50" charset="-127"/>
                <a:ea typeface="맑은 고딕" pitchFamily="50" charset="-127"/>
                <a:cs typeface="+mn-cs"/>
              </a:defRPr>
            </a:lvl1pPr>
          </a:lstStyle>
          <a:p>
            <a:pPr lvl="0"/>
            <a:endParaRPr lang="ko-KR" altLang="en-US" dirty="0"/>
          </a:p>
        </p:txBody>
      </p:sp>
    </p:spTree>
    <p:extLst>
      <p:ext uri="{BB962C8B-B14F-4D97-AF65-F5344CB8AC3E}">
        <p14:creationId xmlns:p14="http://schemas.microsoft.com/office/powerpoint/2010/main" val="347550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Title / Logo">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FD55026-5223-5B3C-9887-72BB264A60B5}"/>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lnSpc>
                <a:spcPct val="110000"/>
              </a:lnSpc>
              <a:spcBef>
                <a:spcPct val="25000"/>
              </a:spcBef>
              <a:buFont typeface="Wingdings" panose="05000000000000000000" pitchFamily="2" charset="2"/>
              <a:buNone/>
            </a:pPr>
            <a:fld id="{811F5CFF-0318-4462-8750-9E814D4C349F}" type="slidenum">
              <a:rPr lang="ko-KR" altLang="en-US" sz="1000">
                <a:solidFill>
                  <a:srgbClr val="7F7F7F"/>
                </a:solidFill>
                <a:latin typeface="맑은 고딕" panose="020B0503020000020004" pitchFamily="34" charset="-127"/>
                <a:ea typeface="맑은 고딕" panose="020B0503020000020004" pitchFamily="34" charset="-127"/>
              </a:rPr>
              <a:pPr algn="ctr">
                <a:lnSpc>
                  <a:spcPct val="110000"/>
                </a:lnSpc>
                <a:spcBef>
                  <a:spcPct val="25000"/>
                </a:spcBef>
                <a:buFont typeface="Wingdings" panose="05000000000000000000" pitchFamily="2" charset="2"/>
                <a:buNone/>
              </a:pPr>
              <a:t>‹#›</a:t>
            </a:fld>
            <a:endParaRPr lang="en-US" altLang="ko-KR" sz="1000">
              <a:solidFill>
                <a:srgbClr val="7F7F7F"/>
              </a:solidFill>
              <a:latin typeface="맑은 고딕" panose="020B0503020000020004" pitchFamily="34" charset="-127"/>
              <a:ea typeface="맑은 고딕" panose="020B0503020000020004" pitchFamily="34" charset="-127"/>
            </a:endParaRPr>
          </a:p>
        </p:txBody>
      </p:sp>
    </p:spTree>
    <p:extLst>
      <p:ext uri="{BB962C8B-B14F-4D97-AF65-F5344CB8AC3E}">
        <p14:creationId xmlns:p14="http://schemas.microsoft.com/office/powerpoint/2010/main" val="149408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age">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634E322-AF8B-61F4-CE93-FECF6178906E}"/>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lnSpc>
                <a:spcPct val="110000"/>
              </a:lnSpc>
              <a:spcBef>
                <a:spcPct val="25000"/>
              </a:spcBef>
              <a:buFont typeface="Wingdings" panose="05000000000000000000" pitchFamily="2" charset="2"/>
              <a:buNone/>
            </a:pPr>
            <a:fld id="{250CC45E-A0A4-458F-A71D-A9FE423C421D}" type="slidenum">
              <a:rPr lang="ko-KR" altLang="en-US" sz="1000">
                <a:solidFill>
                  <a:srgbClr val="7F7F7F"/>
                </a:solidFill>
                <a:latin typeface="맑은 고딕" panose="020B0503020000020004" pitchFamily="34" charset="-127"/>
                <a:ea typeface="맑은 고딕" panose="020B0503020000020004" pitchFamily="34" charset="-127"/>
              </a:rPr>
              <a:pPr algn="ctr">
                <a:lnSpc>
                  <a:spcPct val="110000"/>
                </a:lnSpc>
                <a:spcBef>
                  <a:spcPct val="25000"/>
                </a:spcBef>
                <a:buFont typeface="Wingdings" panose="05000000000000000000" pitchFamily="2" charset="2"/>
                <a:buNone/>
              </a:pPr>
              <a:t>‹#›</a:t>
            </a:fld>
            <a:endParaRPr lang="en-US" altLang="ko-KR" sz="1000">
              <a:solidFill>
                <a:srgbClr val="7F7F7F"/>
              </a:solidFill>
              <a:latin typeface="맑은 고딕" panose="020B0503020000020004" pitchFamily="34" charset="-127"/>
              <a:ea typeface="맑은 고딕" panose="020B0503020000020004" pitchFamily="34" charset="-127"/>
            </a:endParaRPr>
          </a:p>
        </p:txBody>
      </p:sp>
      <p:pic>
        <p:nvPicPr>
          <p:cNvPr id="3" name="Picture 2" descr="C:\Users\a\Desktop\Rhyme A23610\01.Guide\03.[app_title]description\source\엘지로고_영문.jpg">
            <a:extLst>
              <a:ext uri="{FF2B5EF4-FFF2-40B4-BE49-F238E27FC236}">
                <a16:creationId xmlns:a16="http://schemas.microsoft.com/office/drawing/2014/main" id="{1CA04EF0-581A-F7CE-0D7C-DB4E8E3412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8588" y="6488113"/>
            <a:ext cx="17287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7013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23F3BDB-8D2A-0221-2124-EC4349BA53E1}"/>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lnSpc>
                <a:spcPct val="110000"/>
              </a:lnSpc>
              <a:spcBef>
                <a:spcPct val="25000"/>
              </a:spcBef>
              <a:buFont typeface="Wingdings" panose="05000000000000000000" pitchFamily="2" charset="2"/>
              <a:buNone/>
            </a:pPr>
            <a:fld id="{FC544E5C-040F-4A51-AF56-5FE4771C182A}" type="slidenum">
              <a:rPr lang="ko-KR" altLang="en-US" sz="1000">
                <a:solidFill>
                  <a:srgbClr val="7F7F7F"/>
                </a:solidFill>
                <a:latin typeface="맑은 고딕" panose="020B0503020000020004" pitchFamily="34" charset="-127"/>
                <a:ea typeface="맑은 고딕" panose="020B0503020000020004" pitchFamily="34" charset="-127"/>
              </a:rPr>
              <a:pPr algn="ctr">
                <a:lnSpc>
                  <a:spcPct val="110000"/>
                </a:lnSpc>
                <a:spcBef>
                  <a:spcPct val="25000"/>
                </a:spcBef>
                <a:buFont typeface="Wingdings" panose="05000000000000000000" pitchFamily="2" charset="2"/>
                <a:buNone/>
              </a:pPr>
              <a:t>‹#›</a:t>
            </a:fld>
            <a:endParaRPr lang="en-US" altLang="ko-KR" sz="1000">
              <a:solidFill>
                <a:srgbClr val="7F7F7F"/>
              </a:solidFill>
              <a:latin typeface="맑은 고딕" panose="020B0503020000020004" pitchFamily="34" charset="-127"/>
              <a:ea typeface="맑은 고딕" panose="020B0503020000020004" pitchFamily="34" charset="-127"/>
            </a:endParaRPr>
          </a:p>
        </p:txBody>
      </p:sp>
    </p:spTree>
    <p:extLst>
      <p:ext uri="{BB962C8B-B14F-4D97-AF65-F5344CB8AC3E}">
        <p14:creationId xmlns:p14="http://schemas.microsoft.com/office/powerpoint/2010/main" val="1162460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a:extLst>
              <a:ext uri="{FF2B5EF4-FFF2-40B4-BE49-F238E27FC236}">
                <a16:creationId xmlns:a16="http://schemas.microsoft.com/office/drawing/2014/main" id="{4CF98AB1-17F2-0F2D-BCA3-0A67DE67FF49}"/>
              </a:ext>
            </a:extLst>
          </p:cNvPr>
          <p:cNvSpPr>
            <a:spLocks noGrp="1"/>
          </p:cNvSpPr>
          <p:nvPr>
            <p:ph type="dt" sz="half" idx="10"/>
          </p:nvPr>
        </p:nvSpPr>
        <p:spPr/>
        <p:txBody>
          <a:bodyPr/>
          <a:lstStyle>
            <a:lvl1pPr>
              <a:defRPr/>
            </a:lvl1pPr>
          </a:lstStyle>
          <a:p>
            <a:pPr>
              <a:defRPr/>
            </a:pPr>
            <a:fld id="{38FF3F3E-1215-497D-BF04-7CDB3411100E}"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A720A3A9-3B0D-2FC7-FA61-6201D7C751E4}"/>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E5439346-9912-5639-7434-8A02D54C7394}"/>
              </a:ext>
            </a:extLst>
          </p:cNvPr>
          <p:cNvSpPr>
            <a:spLocks noGrp="1"/>
          </p:cNvSpPr>
          <p:nvPr>
            <p:ph type="sldNum" sz="quarter" idx="12"/>
          </p:nvPr>
        </p:nvSpPr>
        <p:spPr/>
        <p:txBody>
          <a:bodyPr/>
          <a:lstStyle>
            <a:lvl1pPr>
              <a:defRPr/>
            </a:lvl1pPr>
          </a:lstStyle>
          <a:p>
            <a:fld id="{96440636-60E0-4C04-98C4-EE5BF1D5A097}" type="slidenum">
              <a:rPr lang="ko-KR" altLang="en-US"/>
              <a:pPr/>
              <a:t>‹#›</a:t>
            </a:fld>
            <a:endParaRPr lang="ko-KR" altLang="en-US"/>
          </a:p>
        </p:txBody>
      </p:sp>
    </p:spTree>
    <p:extLst>
      <p:ext uri="{BB962C8B-B14F-4D97-AF65-F5344CB8AC3E}">
        <p14:creationId xmlns:p14="http://schemas.microsoft.com/office/powerpoint/2010/main" val="359476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0AAFEA57-3B9B-CCB4-273C-24F22EAEC49D}"/>
              </a:ext>
            </a:extLst>
          </p:cNvPr>
          <p:cNvSpPr>
            <a:spLocks noGrp="1"/>
          </p:cNvSpPr>
          <p:nvPr>
            <p:ph type="dt" sz="half" idx="10"/>
          </p:nvPr>
        </p:nvSpPr>
        <p:spPr/>
        <p:txBody>
          <a:bodyPr/>
          <a:lstStyle>
            <a:lvl1pPr>
              <a:defRPr/>
            </a:lvl1pPr>
          </a:lstStyle>
          <a:p>
            <a:pPr>
              <a:defRPr/>
            </a:pPr>
            <a:fld id="{3AC05B01-7415-46D7-BAFA-0A8FD6984076}"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8D76C885-D355-2BB0-83DF-6AB4BE16F8D6}"/>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F2CF471F-FE34-77DA-E9EA-8EADA8966185}"/>
              </a:ext>
            </a:extLst>
          </p:cNvPr>
          <p:cNvSpPr>
            <a:spLocks noGrp="1"/>
          </p:cNvSpPr>
          <p:nvPr>
            <p:ph type="sldNum" sz="quarter" idx="12"/>
          </p:nvPr>
        </p:nvSpPr>
        <p:spPr/>
        <p:txBody>
          <a:bodyPr/>
          <a:lstStyle>
            <a:lvl1pPr>
              <a:defRPr/>
            </a:lvl1pPr>
          </a:lstStyle>
          <a:p>
            <a:fld id="{B9651254-E0A6-499E-982E-D9B3582A71D0}" type="slidenum">
              <a:rPr lang="ko-KR" altLang="en-US"/>
              <a:pPr/>
              <a:t>‹#›</a:t>
            </a:fld>
            <a:endParaRPr lang="ko-KR" altLang="en-US"/>
          </a:p>
        </p:txBody>
      </p:sp>
    </p:spTree>
    <p:extLst>
      <p:ext uri="{BB962C8B-B14F-4D97-AF65-F5344CB8AC3E}">
        <p14:creationId xmlns:p14="http://schemas.microsoft.com/office/powerpoint/2010/main" val="2831282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DD4754C2-E78F-953A-52FE-C5CD5C700DD4}"/>
              </a:ext>
            </a:extLst>
          </p:cNvPr>
          <p:cNvSpPr>
            <a:spLocks noGrp="1"/>
          </p:cNvSpPr>
          <p:nvPr>
            <p:ph type="dt" sz="half" idx="10"/>
          </p:nvPr>
        </p:nvSpPr>
        <p:spPr/>
        <p:txBody>
          <a:bodyPr/>
          <a:lstStyle>
            <a:lvl1pPr>
              <a:defRPr/>
            </a:lvl1pPr>
          </a:lstStyle>
          <a:p>
            <a:pPr>
              <a:defRPr/>
            </a:pPr>
            <a:fld id="{2905C0D4-EF88-438C-A792-8786C4191C9A}"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3FC64BF7-C08F-51CA-77E9-0582DA9D3E2E}"/>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EC92E189-F501-4106-81E4-320F710D256D}"/>
              </a:ext>
            </a:extLst>
          </p:cNvPr>
          <p:cNvSpPr>
            <a:spLocks noGrp="1"/>
          </p:cNvSpPr>
          <p:nvPr>
            <p:ph type="sldNum" sz="quarter" idx="12"/>
          </p:nvPr>
        </p:nvSpPr>
        <p:spPr/>
        <p:txBody>
          <a:bodyPr/>
          <a:lstStyle>
            <a:lvl1pPr>
              <a:defRPr/>
            </a:lvl1pPr>
          </a:lstStyle>
          <a:p>
            <a:fld id="{89A5768D-BD73-491E-8DFD-F34CA59C492B}" type="slidenum">
              <a:rPr lang="ko-KR" altLang="en-US"/>
              <a:pPr/>
              <a:t>‹#›</a:t>
            </a:fld>
            <a:endParaRPr lang="ko-KR" altLang="en-US"/>
          </a:p>
        </p:txBody>
      </p:sp>
    </p:spTree>
    <p:extLst>
      <p:ext uri="{BB962C8B-B14F-4D97-AF65-F5344CB8AC3E}">
        <p14:creationId xmlns:p14="http://schemas.microsoft.com/office/powerpoint/2010/main" val="1090370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1038" y="1825625"/>
            <a:ext cx="4195762"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29200" y="1825625"/>
            <a:ext cx="4195763"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CE2B7303-4234-C2FF-9A24-AB34AF3349C9}"/>
              </a:ext>
            </a:extLst>
          </p:cNvPr>
          <p:cNvSpPr>
            <a:spLocks noGrp="1"/>
          </p:cNvSpPr>
          <p:nvPr>
            <p:ph type="dt" sz="half" idx="10"/>
          </p:nvPr>
        </p:nvSpPr>
        <p:spPr/>
        <p:txBody>
          <a:bodyPr/>
          <a:lstStyle>
            <a:lvl1pPr>
              <a:defRPr/>
            </a:lvl1pPr>
          </a:lstStyle>
          <a:p>
            <a:pPr>
              <a:defRPr/>
            </a:pPr>
            <a:fld id="{1A7826B8-D9AE-4D8E-9D90-663B5908C758}"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634E7821-0863-E0A7-07FC-17D760AB7A2F}"/>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6FCEA4A9-751A-381A-8B58-408E53A77695}"/>
              </a:ext>
            </a:extLst>
          </p:cNvPr>
          <p:cNvSpPr>
            <a:spLocks noGrp="1"/>
          </p:cNvSpPr>
          <p:nvPr>
            <p:ph type="sldNum" sz="quarter" idx="12"/>
          </p:nvPr>
        </p:nvSpPr>
        <p:spPr/>
        <p:txBody>
          <a:bodyPr/>
          <a:lstStyle>
            <a:lvl1pPr>
              <a:defRPr/>
            </a:lvl1pPr>
          </a:lstStyle>
          <a:p>
            <a:fld id="{58EB9C84-76E4-46BE-878E-0BDA4666FE4F}" type="slidenum">
              <a:rPr lang="ko-KR" altLang="en-US"/>
              <a:pPr/>
              <a:t>‹#›</a:t>
            </a:fld>
            <a:endParaRPr lang="ko-KR" altLang="en-US"/>
          </a:p>
        </p:txBody>
      </p:sp>
    </p:spTree>
    <p:extLst>
      <p:ext uri="{BB962C8B-B14F-4D97-AF65-F5344CB8AC3E}">
        <p14:creationId xmlns:p14="http://schemas.microsoft.com/office/powerpoint/2010/main" val="4201544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82625" y="2505075"/>
            <a:ext cx="419100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E353FC93-C0D3-2758-E6BF-C88C2BB16EF8}"/>
              </a:ext>
            </a:extLst>
          </p:cNvPr>
          <p:cNvSpPr>
            <a:spLocks noGrp="1"/>
          </p:cNvSpPr>
          <p:nvPr>
            <p:ph type="dt" sz="half" idx="10"/>
          </p:nvPr>
        </p:nvSpPr>
        <p:spPr/>
        <p:txBody>
          <a:bodyPr/>
          <a:lstStyle>
            <a:lvl1pPr>
              <a:defRPr/>
            </a:lvl1pPr>
          </a:lstStyle>
          <a:p>
            <a:pPr>
              <a:defRPr/>
            </a:pPr>
            <a:fld id="{77463951-FD61-40CB-AAF2-0EB601ED5490}" type="datetimeFigureOut">
              <a:rPr lang="ko-KR" altLang="en-US"/>
              <a:pPr>
                <a:defRPr/>
              </a:pPr>
              <a:t>2026-10-25</a:t>
            </a:fld>
            <a:endParaRPr lang="ko-KR" altLang="en-US" dirty="0"/>
          </a:p>
        </p:txBody>
      </p:sp>
      <p:sp>
        <p:nvSpPr>
          <p:cNvPr id="8" name="바닥글 개체 틀 4">
            <a:extLst>
              <a:ext uri="{FF2B5EF4-FFF2-40B4-BE49-F238E27FC236}">
                <a16:creationId xmlns:a16="http://schemas.microsoft.com/office/drawing/2014/main" id="{BBBD25A9-8D5F-FA02-34A0-55E4863B5A85}"/>
              </a:ext>
            </a:extLst>
          </p:cNvPr>
          <p:cNvSpPr>
            <a:spLocks noGrp="1"/>
          </p:cNvSpPr>
          <p:nvPr>
            <p:ph type="ftr" sz="quarter" idx="11"/>
          </p:nvPr>
        </p:nvSpPr>
        <p:spPr/>
        <p:txBody>
          <a:bodyPr/>
          <a:lstStyle>
            <a:lvl1pPr>
              <a:defRPr/>
            </a:lvl1pPr>
          </a:lstStyle>
          <a:p>
            <a:pPr>
              <a:defRPr/>
            </a:pPr>
            <a:endParaRPr lang="ko-KR" altLang="en-US"/>
          </a:p>
        </p:txBody>
      </p:sp>
      <p:sp>
        <p:nvSpPr>
          <p:cNvPr id="9" name="슬라이드 번호 개체 틀 5">
            <a:extLst>
              <a:ext uri="{FF2B5EF4-FFF2-40B4-BE49-F238E27FC236}">
                <a16:creationId xmlns:a16="http://schemas.microsoft.com/office/drawing/2014/main" id="{871DC62C-D1CE-4ACA-DB52-4D22975AED94}"/>
              </a:ext>
            </a:extLst>
          </p:cNvPr>
          <p:cNvSpPr>
            <a:spLocks noGrp="1"/>
          </p:cNvSpPr>
          <p:nvPr>
            <p:ph type="sldNum" sz="quarter" idx="12"/>
          </p:nvPr>
        </p:nvSpPr>
        <p:spPr/>
        <p:txBody>
          <a:bodyPr/>
          <a:lstStyle>
            <a:lvl1pPr>
              <a:defRPr/>
            </a:lvl1pPr>
          </a:lstStyle>
          <a:p>
            <a:fld id="{73B0DF9F-3E0A-4FC5-A070-2CAF78176F71}" type="slidenum">
              <a:rPr lang="ko-KR" altLang="en-US"/>
              <a:pPr/>
              <a:t>‹#›</a:t>
            </a:fld>
            <a:endParaRPr lang="ko-KR" altLang="en-US"/>
          </a:p>
        </p:txBody>
      </p:sp>
    </p:spTree>
    <p:extLst>
      <p:ext uri="{BB962C8B-B14F-4D97-AF65-F5344CB8AC3E}">
        <p14:creationId xmlns:p14="http://schemas.microsoft.com/office/powerpoint/2010/main" val="701177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F17CFDA3-9F1D-C631-3DD9-E48EE712C24F}"/>
              </a:ext>
            </a:extLst>
          </p:cNvPr>
          <p:cNvSpPr>
            <a:spLocks noGrp="1"/>
          </p:cNvSpPr>
          <p:nvPr>
            <p:ph type="dt" sz="half" idx="10"/>
          </p:nvPr>
        </p:nvSpPr>
        <p:spPr/>
        <p:txBody>
          <a:bodyPr/>
          <a:lstStyle>
            <a:lvl1pPr>
              <a:defRPr/>
            </a:lvl1pPr>
          </a:lstStyle>
          <a:p>
            <a:pPr>
              <a:defRPr/>
            </a:pPr>
            <a:fld id="{E32AC13A-CBA7-4E02-A430-2949332BF2D6}" type="datetimeFigureOut">
              <a:rPr lang="ko-KR" altLang="en-US"/>
              <a:pPr>
                <a:defRPr/>
              </a:pPr>
              <a:t>2026-10-25</a:t>
            </a:fld>
            <a:endParaRPr lang="ko-KR" altLang="en-US" dirty="0"/>
          </a:p>
        </p:txBody>
      </p:sp>
      <p:sp>
        <p:nvSpPr>
          <p:cNvPr id="4" name="바닥글 개체 틀 4">
            <a:extLst>
              <a:ext uri="{FF2B5EF4-FFF2-40B4-BE49-F238E27FC236}">
                <a16:creationId xmlns:a16="http://schemas.microsoft.com/office/drawing/2014/main" id="{21883EF6-0EAF-6BAC-16E2-B65BE02DA765}"/>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596C2BDC-3B4C-1BD6-FDA1-DD6CC49F35A9}"/>
              </a:ext>
            </a:extLst>
          </p:cNvPr>
          <p:cNvSpPr>
            <a:spLocks noGrp="1"/>
          </p:cNvSpPr>
          <p:nvPr>
            <p:ph type="sldNum" sz="quarter" idx="12"/>
          </p:nvPr>
        </p:nvSpPr>
        <p:spPr/>
        <p:txBody>
          <a:bodyPr/>
          <a:lstStyle>
            <a:lvl1pPr>
              <a:defRPr/>
            </a:lvl1pPr>
          </a:lstStyle>
          <a:p>
            <a:fld id="{DA4158CB-F741-48B6-BC01-0A079020252D}" type="slidenum">
              <a:rPr lang="ko-KR" altLang="en-US"/>
              <a:pPr/>
              <a:t>‹#›</a:t>
            </a:fld>
            <a:endParaRPr lang="ko-KR" altLang="en-US"/>
          </a:p>
        </p:txBody>
      </p:sp>
    </p:spTree>
    <p:extLst>
      <p:ext uri="{BB962C8B-B14F-4D97-AF65-F5344CB8AC3E}">
        <p14:creationId xmlns:p14="http://schemas.microsoft.com/office/powerpoint/2010/main" val="81849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82B16E2D-9549-225F-6010-C7279E76E291}"/>
              </a:ext>
            </a:extLst>
          </p:cNvPr>
          <p:cNvSpPr>
            <a:spLocks noGrp="1"/>
          </p:cNvSpPr>
          <p:nvPr>
            <p:ph type="dt" sz="half" idx="10"/>
          </p:nvPr>
        </p:nvSpPr>
        <p:spPr/>
        <p:txBody>
          <a:bodyPr/>
          <a:lstStyle>
            <a:lvl1pPr>
              <a:defRPr/>
            </a:lvl1pPr>
          </a:lstStyle>
          <a:p>
            <a:pPr>
              <a:defRPr/>
            </a:pPr>
            <a:fld id="{1DD08836-7154-47A5-AAF0-07FF71C26C5D}" type="datetimeFigureOut">
              <a:rPr lang="ko-KR" altLang="en-US"/>
              <a:pPr>
                <a:defRPr/>
              </a:pPr>
              <a:t>2026-10-25</a:t>
            </a:fld>
            <a:endParaRPr lang="ko-KR" altLang="en-US" dirty="0"/>
          </a:p>
        </p:txBody>
      </p:sp>
      <p:sp>
        <p:nvSpPr>
          <p:cNvPr id="3" name="바닥글 개체 틀 4">
            <a:extLst>
              <a:ext uri="{FF2B5EF4-FFF2-40B4-BE49-F238E27FC236}">
                <a16:creationId xmlns:a16="http://schemas.microsoft.com/office/drawing/2014/main" id="{E30D94E7-58EC-828C-2E64-D08253CDC7B5}"/>
              </a:ext>
            </a:extLst>
          </p:cNvPr>
          <p:cNvSpPr>
            <a:spLocks noGrp="1"/>
          </p:cNvSpPr>
          <p:nvPr>
            <p:ph type="ftr" sz="quarter" idx="11"/>
          </p:nvPr>
        </p:nvSpPr>
        <p:spPr/>
        <p:txBody>
          <a:bodyPr/>
          <a:lstStyle>
            <a:lvl1pPr>
              <a:defRPr/>
            </a:lvl1pPr>
          </a:lstStyle>
          <a:p>
            <a:pPr>
              <a:defRPr/>
            </a:pPr>
            <a:endParaRPr lang="ko-KR" altLang="en-US"/>
          </a:p>
        </p:txBody>
      </p:sp>
      <p:sp>
        <p:nvSpPr>
          <p:cNvPr id="4" name="슬라이드 번호 개체 틀 5">
            <a:extLst>
              <a:ext uri="{FF2B5EF4-FFF2-40B4-BE49-F238E27FC236}">
                <a16:creationId xmlns:a16="http://schemas.microsoft.com/office/drawing/2014/main" id="{D7B2FEA6-CE49-A674-8F69-8D39BB149407}"/>
              </a:ext>
            </a:extLst>
          </p:cNvPr>
          <p:cNvSpPr>
            <a:spLocks noGrp="1"/>
          </p:cNvSpPr>
          <p:nvPr>
            <p:ph type="sldNum" sz="quarter" idx="12"/>
          </p:nvPr>
        </p:nvSpPr>
        <p:spPr/>
        <p:txBody>
          <a:bodyPr/>
          <a:lstStyle>
            <a:lvl1pPr>
              <a:defRPr/>
            </a:lvl1pPr>
          </a:lstStyle>
          <a:p>
            <a:fld id="{20E04728-05B8-44ED-88D7-2B37DDC483C8}" type="slidenum">
              <a:rPr lang="ko-KR" altLang="en-US"/>
              <a:pPr/>
              <a:t>‹#›</a:t>
            </a:fld>
            <a:endParaRPr lang="ko-KR" altLang="en-US"/>
          </a:p>
        </p:txBody>
      </p:sp>
    </p:spTree>
    <p:extLst>
      <p:ext uri="{BB962C8B-B14F-4D97-AF65-F5344CB8AC3E}">
        <p14:creationId xmlns:p14="http://schemas.microsoft.com/office/powerpoint/2010/main" val="2625690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395EAF98-23E9-10D2-D623-6D2D16CC4844}"/>
              </a:ext>
            </a:extLst>
          </p:cNvPr>
          <p:cNvSpPr>
            <a:spLocks noGrp="1"/>
          </p:cNvSpPr>
          <p:nvPr>
            <p:ph type="dt" sz="half" idx="10"/>
          </p:nvPr>
        </p:nvSpPr>
        <p:spPr/>
        <p:txBody>
          <a:bodyPr/>
          <a:lstStyle>
            <a:lvl1pPr>
              <a:defRPr/>
            </a:lvl1pPr>
          </a:lstStyle>
          <a:p>
            <a:pPr>
              <a:defRPr/>
            </a:pPr>
            <a:fld id="{659903F5-D2E6-436A-BC39-E138F9AE8BE7}"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FE9DC555-AD28-8BB0-9277-235C7C7F8A8B}"/>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4E226CC2-3273-1318-EAF8-2A2358EC3999}"/>
              </a:ext>
            </a:extLst>
          </p:cNvPr>
          <p:cNvSpPr>
            <a:spLocks noGrp="1"/>
          </p:cNvSpPr>
          <p:nvPr>
            <p:ph type="sldNum" sz="quarter" idx="12"/>
          </p:nvPr>
        </p:nvSpPr>
        <p:spPr/>
        <p:txBody>
          <a:bodyPr/>
          <a:lstStyle>
            <a:lvl1pPr>
              <a:defRPr/>
            </a:lvl1pPr>
          </a:lstStyle>
          <a:p>
            <a:fld id="{9D6B950D-F88F-4F25-89DF-194EA46324A8}" type="slidenum">
              <a:rPr lang="ko-KR" altLang="en-US"/>
              <a:pPr/>
              <a:t>‹#›</a:t>
            </a:fld>
            <a:endParaRPr lang="ko-KR" altLang="en-US"/>
          </a:p>
        </p:txBody>
      </p:sp>
    </p:spTree>
    <p:extLst>
      <p:ext uri="{BB962C8B-B14F-4D97-AF65-F5344CB8AC3E}">
        <p14:creationId xmlns:p14="http://schemas.microsoft.com/office/powerpoint/2010/main" val="2731467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3DE932F6-778C-D880-FF17-0D0FEFD57B03}"/>
              </a:ext>
            </a:extLst>
          </p:cNvPr>
          <p:cNvSpPr>
            <a:spLocks noGrp="1"/>
          </p:cNvSpPr>
          <p:nvPr>
            <p:ph type="dt" sz="half" idx="10"/>
          </p:nvPr>
        </p:nvSpPr>
        <p:spPr/>
        <p:txBody>
          <a:bodyPr/>
          <a:lstStyle>
            <a:lvl1pPr>
              <a:defRPr/>
            </a:lvl1pPr>
          </a:lstStyle>
          <a:p>
            <a:pPr>
              <a:defRPr/>
            </a:pPr>
            <a:fld id="{B3EA91F7-FFB5-4403-A423-1A64F45D73E8}"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85281314-CFDE-31C3-2C06-336309819E6E}"/>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8B22717E-4D01-78BF-5106-95321D8FAE28}"/>
              </a:ext>
            </a:extLst>
          </p:cNvPr>
          <p:cNvSpPr>
            <a:spLocks noGrp="1"/>
          </p:cNvSpPr>
          <p:nvPr>
            <p:ph type="sldNum" sz="quarter" idx="12"/>
          </p:nvPr>
        </p:nvSpPr>
        <p:spPr/>
        <p:txBody>
          <a:bodyPr/>
          <a:lstStyle>
            <a:lvl1pPr>
              <a:defRPr/>
            </a:lvl1pPr>
          </a:lstStyle>
          <a:p>
            <a:fld id="{79B12790-B96E-408C-9CE2-1E8C31B44D62}" type="slidenum">
              <a:rPr lang="ko-KR" altLang="en-US"/>
              <a:pPr/>
              <a:t>‹#›</a:t>
            </a:fld>
            <a:endParaRPr lang="ko-KR" altLang="en-US"/>
          </a:p>
        </p:txBody>
      </p:sp>
    </p:spTree>
    <p:extLst>
      <p:ext uri="{BB962C8B-B14F-4D97-AF65-F5344CB8AC3E}">
        <p14:creationId xmlns:p14="http://schemas.microsoft.com/office/powerpoint/2010/main" val="4067172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AB5222E-74AA-18E8-F4A2-94C8C1906104}"/>
              </a:ext>
            </a:extLst>
          </p:cNvPr>
          <p:cNvSpPr>
            <a:spLocks noGrp="1"/>
          </p:cNvSpPr>
          <p:nvPr>
            <p:ph type="dt" sz="half" idx="10"/>
          </p:nvPr>
        </p:nvSpPr>
        <p:spPr/>
        <p:txBody>
          <a:bodyPr/>
          <a:lstStyle>
            <a:lvl1pPr>
              <a:defRPr/>
            </a:lvl1pPr>
          </a:lstStyle>
          <a:p>
            <a:pPr>
              <a:defRPr/>
            </a:pPr>
            <a:fld id="{EF5DDEDB-681A-47AE-A379-0D115B153A28}"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D69EA889-DC0D-64C6-5CB3-2E8290C4AD8E}"/>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C6D8B8EB-99B4-489A-0D04-3384757954EB}"/>
              </a:ext>
            </a:extLst>
          </p:cNvPr>
          <p:cNvSpPr>
            <a:spLocks noGrp="1"/>
          </p:cNvSpPr>
          <p:nvPr>
            <p:ph type="sldNum" sz="quarter" idx="12"/>
          </p:nvPr>
        </p:nvSpPr>
        <p:spPr/>
        <p:txBody>
          <a:bodyPr/>
          <a:lstStyle>
            <a:lvl1pPr>
              <a:defRPr/>
            </a:lvl1pPr>
          </a:lstStyle>
          <a:p>
            <a:fld id="{A770413A-A8ED-48D6-9A2B-BC1A4CF1EB56}" type="slidenum">
              <a:rPr lang="ko-KR" altLang="en-US"/>
              <a:pPr/>
              <a:t>‹#›</a:t>
            </a:fld>
            <a:endParaRPr lang="ko-KR" altLang="en-US"/>
          </a:p>
        </p:txBody>
      </p:sp>
    </p:spTree>
    <p:extLst>
      <p:ext uri="{BB962C8B-B14F-4D97-AF65-F5344CB8AC3E}">
        <p14:creationId xmlns:p14="http://schemas.microsoft.com/office/powerpoint/2010/main" val="27799313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6E6E24DE-3F53-4838-F8CD-86381EC78FB5}"/>
              </a:ext>
            </a:extLst>
          </p:cNvPr>
          <p:cNvSpPr>
            <a:spLocks noGrp="1"/>
          </p:cNvSpPr>
          <p:nvPr>
            <p:ph type="dt" sz="half" idx="10"/>
          </p:nvPr>
        </p:nvSpPr>
        <p:spPr/>
        <p:txBody>
          <a:bodyPr/>
          <a:lstStyle>
            <a:lvl1pPr>
              <a:defRPr/>
            </a:lvl1pPr>
          </a:lstStyle>
          <a:p>
            <a:pPr>
              <a:defRPr/>
            </a:pPr>
            <a:fld id="{B7F03FA8-CB60-4722-9439-75277DCA7B13}"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2B50F1A2-EA9A-61FD-9B28-7B359639C938}"/>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46BDEAD2-501F-9220-4491-532F0C3FB9D9}"/>
              </a:ext>
            </a:extLst>
          </p:cNvPr>
          <p:cNvSpPr>
            <a:spLocks noGrp="1"/>
          </p:cNvSpPr>
          <p:nvPr>
            <p:ph type="sldNum" sz="quarter" idx="12"/>
          </p:nvPr>
        </p:nvSpPr>
        <p:spPr/>
        <p:txBody>
          <a:bodyPr/>
          <a:lstStyle>
            <a:lvl1pPr>
              <a:defRPr/>
            </a:lvl1pPr>
          </a:lstStyle>
          <a:p>
            <a:fld id="{F3B788DE-0B0F-49C8-8540-4CFF90502C45}" type="slidenum">
              <a:rPr lang="ko-KR" altLang="en-US"/>
              <a:pPr/>
              <a:t>‹#›</a:t>
            </a:fld>
            <a:endParaRPr lang="ko-KR" altLang="en-US"/>
          </a:p>
        </p:txBody>
      </p:sp>
    </p:spTree>
    <p:extLst>
      <p:ext uri="{BB962C8B-B14F-4D97-AF65-F5344CB8AC3E}">
        <p14:creationId xmlns:p14="http://schemas.microsoft.com/office/powerpoint/2010/main" val="2129852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7570EE93-7AC0-A89A-FCAF-ACA90FF8948D}"/>
              </a:ext>
            </a:extLst>
          </p:cNvPr>
          <p:cNvSpPr>
            <a:spLocks noGrp="1"/>
          </p:cNvSpPr>
          <p:nvPr>
            <p:ph type="dt" sz="half" idx="10"/>
          </p:nvPr>
        </p:nvSpPr>
        <p:spPr/>
        <p:txBody>
          <a:bodyPr/>
          <a:lstStyle>
            <a:lvl1pPr>
              <a:defRPr/>
            </a:lvl1pPr>
          </a:lstStyle>
          <a:p>
            <a:pPr>
              <a:defRPr/>
            </a:pPr>
            <a:fld id="{48A16AA1-344E-48A6-BB0F-E0D8B1D27A43}" type="datetimeFigureOut">
              <a:rPr lang="ko-KR" altLang="en-US"/>
              <a:pPr>
                <a:defRPr/>
              </a:pPr>
              <a:t>2026-10-25</a:t>
            </a:fld>
            <a:endParaRPr lang="ko-KR" altLang="en-US" dirty="0"/>
          </a:p>
        </p:txBody>
      </p:sp>
      <p:sp>
        <p:nvSpPr>
          <p:cNvPr id="4" name="바닥글 개체 틀 4">
            <a:extLst>
              <a:ext uri="{FF2B5EF4-FFF2-40B4-BE49-F238E27FC236}">
                <a16:creationId xmlns:a16="http://schemas.microsoft.com/office/drawing/2014/main" id="{1B844F05-4AD5-18F4-DBA5-A69DC96F26EC}"/>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38B6E372-B271-09BA-5D07-181993BA9605}"/>
              </a:ext>
            </a:extLst>
          </p:cNvPr>
          <p:cNvSpPr>
            <a:spLocks noGrp="1"/>
          </p:cNvSpPr>
          <p:nvPr>
            <p:ph type="sldNum" sz="quarter" idx="12"/>
          </p:nvPr>
        </p:nvSpPr>
        <p:spPr/>
        <p:txBody>
          <a:bodyPr/>
          <a:lstStyle>
            <a:lvl1pPr>
              <a:defRPr/>
            </a:lvl1pPr>
          </a:lstStyle>
          <a:p>
            <a:fld id="{66E4D293-5B60-4BFB-834A-E9D8D4F735F5}" type="slidenum">
              <a:rPr lang="ko-KR" altLang="en-US"/>
              <a:pPr/>
              <a:t>‹#›</a:t>
            </a:fld>
            <a:endParaRPr lang="ko-KR" altLang="en-US"/>
          </a:p>
        </p:txBody>
      </p:sp>
    </p:spTree>
    <p:extLst>
      <p:ext uri="{BB962C8B-B14F-4D97-AF65-F5344CB8AC3E}">
        <p14:creationId xmlns:p14="http://schemas.microsoft.com/office/powerpoint/2010/main" val="4184388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AA49B244-4445-1BCB-17CB-CF99852A0D2F}"/>
              </a:ext>
            </a:extLst>
          </p:cNvPr>
          <p:cNvSpPr>
            <a:spLocks noGrp="1"/>
          </p:cNvSpPr>
          <p:nvPr>
            <p:ph type="dt" sz="half" idx="10"/>
          </p:nvPr>
        </p:nvSpPr>
        <p:spPr/>
        <p:txBody>
          <a:bodyPr/>
          <a:lstStyle>
            <a:lvl1pPr>
              <a:defRPr/>
            </a:lvl1pPr>
          </a:lstStyle>
          <a:p>
            <a:pPr>
              <a:defRPr/>
            </a:pPr>
            <a:fld id="{1C1CEC92-E7A2-4687-AA96-E32EB821B579}" type="datetimeFigureOut">
              <a:rPr lang="ko-KR" altLang="en-US"/>
              <a:pPr>
                <a:defRPr/>
              </a:pPr>
              <a:t>2026-10-25</a:t>
            </a:fld>
            <a:endParaRPr lang="ko-KR" altLang="en-US" dirty="0"/>
          </a:p>
        </p:txBody>
      </p:sp>
      <p:sp>
        <p:nvSpPr>
          <p:cNvPr id="4" name="바닥글 개체 틀 4">
            <a:extLst>
              <a:ext uri="{FF2B5EF4-FFF2-40B4-BE49-F238E27FC236}">
                <a16:creationId xmlns:a16="http://schemas.microsoft.com/office/drawing/2014/main" id="{87B2977B-E4AF-A9EF-1CF8-C495BEF99B8B}"/>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73D0B266-4AEA-9648-EB09-180C770D1718}"/>
              </a:ext>
            </a:extLst>
          </p:cNvPr>
          <p:cNvSpPr>
            <a:spLocks noGrp="1"/>
          </p:cNvSpPr>
          <p:nvPr>
            <p:ph type="sldNum" sz="quarter" idx="12"/>
          </p:nvPr>
        </p:nvSpPr>
        <p:spPr/>
        <p:txBody>
          <a:bodyPr/>
          <a:lstStyle>
            <a:lvl1pPr>
              <a:defRPr/>
            </a:lvl1pPr>
          </a:lstStyle>
          <a:p>
            <a:fld id="{AC3F2849-98F5-4224-AEC1-4A8ADB606972}" type="slidenum">
              <a:rPr lang="ko-KR" altLang="en-US"/>
              <a:pPr/>
              <a:t>‹#›</a:t>
            </a:fld>
            <a:endParaRPr lang="ko-KR" altLang="en-US"/>
          </a:p>
        </p:txBody>
      </p:sp>
    </p:spTree>
    <p:extLst>
      <p:ext uri="{BB962C8B-B14F-4D97-AF65-F5344CB8AC3E}">
        <p14:creationId xmlns:p14="http://schemas.microsoft.com/office/powerpoint/2010/main" val="3806736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a:extLst>
              <a:ext uri="{FF2B5EF4-FFF2-40B4-BE49-F238E27FC236}">
                <a16:creationId xmlns:a16="http://schemas.microsoft.com/office/drawing/2014/main" id="{5874E6D0-CF16-7C3C-2DC2-E9061AF936EB}"/>
              </a:ext>
            </a:extLst>
          </p:cNvPr>
          <p:cNvSpPr>
            <a:spLocks noGrp="1"/>
          </p:cNvSpPr>
          <p:nvPr>
            <p:ph type="dt" sz="half" idx="10"/>
          </p:nvPr>
        </p:nvSpPr>
        <p:spPr/>
        <p:txBody>
          <a:bodyPr/>
          <a:lstStyle>
            <a:lvl1pPr>
              <a:defRPr/>
            </a:lvl1pPr>
          </a:lstStyle>
          <a:p>
            <a:pPr>
              <a:defRPr/>
            </a:pPr>
            <a:fld id="{68B1EC33-8074-4B13-AF31-C26383681051}"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2213B1EE-93FD-7A00-6AA9-F3398C68D9E8}"/>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1CF546A6-0E5D-EDD2-1F12-8819B2ED7890}"/>
              </a:ext>
            </a:extLst>
          </p:cNvPr>
          <p:cNvSpPr>
            <a:spLocks noGrp="1"/>
          </p:cNvSpPr>
          <p:nvPr>
            <p:ph type="sldNum" sz="quarter" idx="12"/>
          </p:nvPr>
        </p:nvSpPr>
        <p:spPr/>
        <p:txBody>
          <a:bodyPr/>
          <a:lstStyle>
            <a:lvl1pPr>
              <a:defRPr/>
            </a:lvl1pPr>
          </a:lstStyle>
          <a:p>
            <a:fld id="{029DA818-ECB6-4D56-912E-EFF5F6FB1370}" type="slidenum">
              <a:rPr lang="ko-KR" altLang="en-US"/>
              <a:pPr/>
              <a:t>‹#›</a:t>
            </a:fld>
            <a:endParaRPr lang="ko-KR" altLang="en-US"/>
          </a:p>
        </p:txBody>
      </p:sp>
    </p:spTree>
    <p:extLst>
      <p:ext uri="{BB962C8B-B14F-4D97-AF65-F5344CB8AC3E}">
        <p14:creationId xmlns:p14="http://schemas.microsoft.com/office/powerpoint/2010/main" val="2650111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465CFD8E-F913-E9C7-80DB-6C35EE54CDDF}"/>
              </a:ext>
            </a:extLst>
          </p:cNvPr>
          <p:cNvSpPr>
            <a:spLocks noGrp="1"/>
          </p:cNvSpPr>
          <p:nvPr>
            <p:ph type="dt" sz="half" idx="10"/>
          </p:nvPr>
        </p:nvSpPr>
        <p:spPr/>
        <p:txBody>
          <a:bodyPr/>
          <a:lstStyle>
            <a:lvl1pPr>
              <a:defRPr/>
            </a:lvl1pPr>
          </a:lstStyle>
          <a:p>
            <a:pPr>
              <a:defRPr/>
            </a:pPr>
            <a:fld id="{2CADE11D-F068-4D45-B984-C95183F13802}"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8832F18C-569B-DBD4-2B2D-EADB147CA924}"/>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B7E0EBA8-B5EF-82BA-1102-644A8CCD9536}"/>
              </a:ext>
            </a:extLst>
          </p:cNvPr>
          <p:cNvSpPr>
            <a:spLocks noGrp="1"/>
          </p:cNvSpPr>
          <p:nvPr>
            <p:ph type="sldNum" sz="quarter" idx="12"/>
          </p:nvPr>
        </p:nvSpPr>
        <p:spPr/>
        <p:txBody>
          <a:bodyPr/>
          <a:lstStyle>
            <a:lvl1pPr>
              <a:defRPr/>
            </a:lvl1pPr>
          </a:lstStyle>
          <a:p>
            <a:fld id="{695F5A07-F575-4BD8-91D1-2B83D7F4B798}" type="slidenum">
              <a:rPr lang="ko-KR" altLang="en-US"/>
              <a:pPr/>
              <a:t>‹#›</a:t>
            </a:fld>
            <a:endParaRPr lang="ko-KR" altLang="en-US"/>
          </a:p>
        </p:txBody>
      </p:sp>
    </p:spTree>
    <p:extLst>
      <p:ext uri="{BB962C8B-B14F-4D97-AF65-F5344CB8AC3E}">
        <p14:creationId xmlns:p14="http://schemas.microsoft.com/office/powerpoint/2010/main" val="287237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F0A97F02-56DB-86DE-9B4C-9E70FC1EED4A}"/>
              </a:ext>
            </a:extLst>
          </p:cNvPr>
          <p:cNvSpPr>
            <a:spLocks noGrp="1"/>
          </p:cNvSpPr>
          <p:nvPr>
            <p:ph type="dt" sz="half" idx="10"/>
          </p:nvPr>
        </p:nvSpPr>
        <p:spPr/>
        <p:txBody>
          <a:bodyPr/>
          <a:lstStyle>
            <a:lvl1pPr>
              <a:defRPr/>
            </a:lvl1pPr>
          </a:lstStyle>
          <a:p>
            <a:pPr>
              <a:defRPr/>
            </a:pPr>
            <a:fld id="{A78AEE2E-31D6-41E2-9CF0-1A793EF25DCD}"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27B61F67-90BE-454F-B120-622A1875FD99}"/>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CD4BF016-3381-95FD-D01E-A32346F96118}"/>
              </a:ext>
            </a:extLst>
          </p:cNvPr>
          <p:cNvSpPr>
            <a:spLocks noGrp="1"/>
          </p:cNvSpPr>
          <p:nvPr>
            <p:ph type="sldNum" sz="quarter" idx="12"/>
          </p:nvPr>
        </p:nvSpPr>
        <p:spPr/>
        <p:txBody>
          <a:bodyPr/>
          <a:lstStyle>
            <a:lvl1pPr>
              <a:defRPr/>
            </a:lvl1pPr>
          </a:lstStyle>
          <a:p>
            <a:fld id="{C02E2244-80B0-4B6E-8704-3E6E21BBD401}" type="slidenum">
              <a:rPr lang="ko-KR" altLang="en-US"/>
              <a:pPr/>
              <a:t>‹#›</a:t>
            </a:fld>
            <a:endParaRPr lang="ko-KR" altLang="en-US"/>
          </a:p>
        </p:txBody>
      </p:sp>
    </p:spTree>
    <p:extLst>
      <p:ext uri="{BB962C8B-B14F-4D97-AF65-F5344CB8AC3E}">
        <p14:creationId xmlns:p14="http://schemas.microsoft.com/office/powerpoint/2010/main" val="4278182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1038" y="1825625"/>
            <a:ext cx="4195762"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29200" y="1825625"/>
            <a:ext cx="4195763"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CD9B55CF-1CF3-395E-FA5A-9D2466ECD9B1}"/>
              </a:ext>
            </a:extLst>
          </p:cNvPr>
          <p:cNvSpPr>
            <a:spLocks noGrp="1"/>
          </p:cNvSpPr>
          <p:nvPr>
            <p:ph type="dt" sz="half" idx="10"/>
          </p:nvPr>
        </p:nvSpPr>
        <p:spPr/>
        <p:txBody>
          <a:bodyPr/>
          <a:lstStyle>
            <a:lvl1pPr>
              <a:defRPr/>
            </a:lvl1pPr>
          </a:lstStyle>
          <a:p>
            <a:pPr>
              <a:defRPr/>
            </a:pPr>
            <a:fld id="{034B0040-6CD1-4295-A3F7-2C816C940AA9}"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87FE3809-4E66-C5F4-FCCC-4669269165E3}"/>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B617BEE5-DA56-DC3C-133E-15DA753E0CE5}"/>
              </a:ext>
            </a:extLst>
          </p:cNvPr>
          <p:cNvSpPr>
            <a:spLocks noGrp="1"/>
          </p:cNvSpPr>
          <p:nvPr>
            <p:ph type="sldNum" sz="quarter" idx="12"/>
          </p:nvPr>
        </p:nvSpPr>
        <p:spPr/>
        <p:txBody>
          <a:bodyPr/>
          <a:lstStyle>
            <a:lvl1pPr>
              <a:defRPr/>
            </a:lvl1pPr>
          </a:lstStyle>
          <a:p>
            <a:fld id="{926273C0-4BFE-40C9-9A49-031B48445D64}" type="slidenum">
              <a:rPr lang="ko-KR" altLang="en-US"/>
              <a:pPr/>
              <a:t>‹#›</a:t>
            </a:fld>
            <a:endParaRPr lang="ko-KR" altLang="en-US"/>
          </a:p>
        </p:txBody>
      </p:sp>
    </p:spTree>
    <p:extLst>
      <p:ext uri="{BB962C8B-B14F-4D97-AF65-F5344CB8AC3E}">
        <p14:creationId xmlns:p14="http://schemas.microsoft.com/office/powerpoint/2010/main" val="36039267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82625" y="2505075"/>
            <a:ext cx="419100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A2526AA3-BBA5-CA32-BDC3-B66088D2D19E}"/>
              </a:ext>
            </a:extLst>
          </p:cNvPr>
          <p:cNvSpPr>
            <a:spLocks noGrp="1"/>
          </p:cNvSpPr>
          <p:nvPr>
            <p:ph type="dt" sz="half" idx="10"/>
          </p:nvPr>
        </p:nvSpPr>
        <p:spPr/>
        <p:txBody>
          <a:bodyPr/>
          <a:lstStyle>
            <a:lvl1pPr>
              <a:defRPr/>
            </a:lvl1pPr>
          </a:lstStyle>
          <a:p>
            <a:pPr>
              <a:defRPr/>
            </a:pPr>
            <a:fld id="{B5C81440-ACEE-4EBA-84A5-5B894359873D}" type="datetimeFigureOut">
              <a:rPr lang="ko-KR" altLang="en-US"/>
              <a:pPr>
                <a:defRPr/>
              </a:pPr>
              <a:t>2026-10-25</a:t>
            </a:fld>
            <a:endParaRPr lang="ko-KR" altLang="en-US" dirty="0"/>
          </a:p>
        </p:txBody>
      </p:sp>
      <p:sp>
        <p:nvSpPr>
          <p:cNvPr id="8" name="바닥글 개체 틀 4">
            <a:extLst>
              <a:ext uri="{FF2B5EF4-FFF2-40B4-BE49-F238E27FC236}">
                <a16:creationId xmlns:a16="http://schemas.microsoft.com/office/drawing/2014/main" id="{83A2A27F-46FD-E3E9-2B4F-9E6C61CB8239}"/>
              </a:ext>
            </a:extLst>
          </p:cNvPr>
          <p:cNvSpPr>
            <a:spLocks noGrp="1"/>
          </p:cNvSpPr>
          <p:nvPr>
            <p:ph type="ftr" sz="quarter" idx="11"/>
          </p:nvPr>
        </p:nvSpPr>
        <p:spPr/>
        <p:txBody>
          <a:bodyPr/>
          <a:lstStyle>
            <a:lvl1pPr>
              <a:defRPr/>
            </a:lvl1pPr>
          </a:lstStyle>
          <a:p>
            <a:pPr>
              <a:defRPr/>
            </a:pPr>
            <a:endParaRPr lang="ko-KR" altLang="en-US"/>
          </a:p>
        </p:txBody>
      </p:sp>
      <p:sp>
        <p:nvSpPr>
          <p:cNvPr id="9" name="슬라이드 번호 개체 틀 5">
            <a:extLst>
              <a:ext uri="{FF2B5EF4-FFF2-40B4-BE49-F238E27FC236}">
                <a16:creationId xmlns:a16="http://schemas.microsoft.com/office/drawing/2014/main" id="{32B16C8E-882D-9B0F-C324-9E40504B58C9}"/>
              </a:ext>
            </a:extLst>
          </p:cNvPr>
          <p:cNvSpPr>
            <a:spLocks noGrp="1"/>
          </p:cNvSpPr>
          <p:nvPr>
            <p:ph type="sldNum" sz="quarter" idx="12"/>
          </p:nvPr>
        </p:nvSpPr>
        <p:spPr/>
        <p:txBody>
          <a:bodyPr/>
          <a:lstStyle>
            <a:lvl1pPr>
              <a:defRPr/>
            </a:lvl1pPr>
          </a:lstStyle>
          <a:p>
            <a:fld id="{B0E47633-C2F3-4A8F-8094-0C9D0B1AEB17}" type="slidenum">
              <a:rPr lang="ko-KR" altLang="en-US"/>
              <a:pPr/>
              <a:t>‹#›</a:t>
            </a:fld>
            <a:endParaRPr lang="ko-KR" altLang="en-US"/>
          </a:p>
        </p:txBody>
      </p:sp>
    </p:spTree>
    <p:extLst>
      <p:ext uri="{BB962C8B-B14F-4D97-AF65-F5344CB8AC3E}">
        <p14:creationId xmlns:p14="http://schemas.microsoft.com/office/powerpoint/2010/main" val="27818105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E3ABDC2F-4A4D-415D-9474-864534AA4560}"/>
              </a:ext>
            </a:extLst>
          </p:cNvPr>
          <p:cNvSpPr>
            <a:spLocks noGrp="1"/>
          </p:cNvSpPr>
          <p:nvPr>
            <p:ph type="dt" sz="half" idx="10"/>
          </p:nvPr>
        </p:nvSpPr>
        <p:spPr/>
        <p:txBody>
          <a:bodyPr/>
          <a:lstStyle>
            <a:lvl1pPr>
              <a:defRPr/>
            </a:lvl1pPr>
          </a:lstStyle>
          <a:p>
            <a:pPr>
              <a:defRPr/>
            </a:pPr>
            <a:fld id="{E914E65C-1ADE-4935-806C-C47EF997E283}" type="datetimeFigureOut">
              <a:rPr lang="ko-KR" altLang="en-US"/>
              <a:pPr>
                <a:defRPr/>
              </a:pPr>
              <a:t>2026-10-25</a:t>
            </a:fld>
            <a:endParaRPr lang="ko-KR" altLang="en-US" dirty="0"/>
          </a:p>
        </p:txBody>
      </p:sp>
      <p:sp>
        <p:nvSpPr>
          <p:cNvPr id="4" name="바닥글 개체 틀 4">
            <a:extLst>
              <a:ext uri="{FF2B5EF4-FFF2-40B4-BE49-F238E27FC236}">
                <a16:creationId xmlns:a16="http://schemas.microsoft.com/office/drawing/2014/main" id="{C8911303-3AF4-0D9E-6D46-9830DD34FFA3}"/>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90187674-302E-29B9-6186-AAF4165D331A}"/>
              </a:ext>
            </a:extLst>
          </p:cNvPr>
          <p:cNvSpPr>
            <a:spLocks noGrp="1"/>
          </p:cNvSpPr>
          <p:nvPr>
            <p:ph type="sldNum" sz="quarter" idx="12"/>
          </p:nvPr>
        </p:nvSpPr>
        <p:spPr/>
        <p:txBody>
          <a:bodyPr/>
          <a:lstStyle>
            <a:lvl1pPr>
              <a:defRPr/>
            </a:lvl1pPr>
          </a:lstStyle>
          <a:p>
            <a:fld id="{568938F4-8FA6-4889-A5F9-06461AE06DCB}" type="slidenum">
              <a:rPr lang="ko-KR" altLang="en-US"/>
              <a:pPr/>
              <a:t>‹#›</a:t>
            </a:fld>
            <a:endParaRPr lang="ko-KR" altLang="en-US"/>
          </a:p>
        </p:txBody>
      </p:sp>
    </p:spTree>
    <p:extLst>
      <p:ext uri="{BB962C8B-B14F-4D97-AF65-F5344CB8AC3E}">
        <p14:creationId xmlns:p14="http://schemas.microsoft.com/office/powerpoint/2010/main" val="35762225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7EED7491-ED6E-A3BF-1F2D-F0611166CE6B}"/>
              </a:ext>
            </a:extLst>
          </p:cNvPr>
          <p:cNvSpPr>
            <a:spLocks noGrp="1"/>
          </p:cNvSpPr>
          <p:nvPr>
            <p:ph type="dt" sz="half" idx="10"/>
          </p:nvPr>
        </p:nvSpPr>
        <p:spPr/>
        <p:txBody>
          <a:bodyPr/>
          <a:lstStyle>
            <a:lvl1pPr>
              <a:defRPr/>
            </a:lvl1pPr>
          </a:lstStyle>
          <a:p>
            <a:pPr>
              <a:defRPr/>
            </a:pPr>
            <a:fld id="{9954B159-8051-45A1-B3D3-F4962042C88F}" type="datetimeFigureOut">
              <a:rPr lang="ko-KR" altLang="en-US"/>
              <a:pPr>
                <a:defRPr/>
              </a:pPr>
              <a:t>2026-10-25</a:t>
            </a:fld>
            <a:endParaRPr lang="ko-KR" altLang="en-US" dirty="0"/>
          </a:p>
        </p:txBody>
      </p:sp>
      <p:sp>
        <p:nvSpPr>
          <p:cNvPr id="3" name="바닥글 개체 틀 4">
            <a:extLst>
              <a:ext uri="{FF2B5EF4-FFF2-40B4-BE49-F238E27FC236}">
                <a16:creationId xmlns:a16="http://schemas.microsoft.com/office/drawing/2014/main" id="{7AA47B76-6B69-C453-7D7C-D57F5520C2C9}"/>
              </a:ext>
            </a:extLst>
          </p:cNvPr>
          <p:cNvSpPr>
            <a:spLocks noGrp="1"/>
          </p:cNvSpPr>
          <p:nvPr>
            <p:ph type="ftr" sz="quarter" idx="11"/>
          </p:nvPr>
        </p:nvSpPr>
        <p:spPr/>
        <p:txBody>
          <a:bodyPr/>
          <a:lstStyle>
            <a:lvl1pPr>
              <a:defRPr/>
            </a:lvl1pPr>
          </a:lstStyle>
          <a:p>
            <a:pPr>
              <a:defRPr/>
            </a:pPr>
            <a:endParaRPr lang="ko-KR" altLang="en-US"/>
          </a:p>
        </p:txBody>
      </p:sp>
      <p:sp>
        <p:nvSpPr>
          <p:cNvPr id="4" name="슬라이드 번호 개체 틀 5">
            <a:extLst>
              <a:ext uri="{FF2B5EF4-FFF2-40B4-BE49-F238E27FC236}">
                <a16:creationId xmlns:a16="http://schemas.microsoft.com/office/drawing/2014/main" id="{429CBD7C-7CA5-DAD0-2661-BEC33DECAAED}"/>
              </a:ext>
            </a:extLst>
          </p:cNvPr>
          <p:cNvSpPr>
            <a:spLocks noGrp="1"/>
          </p:cNvSpPr>
          <p:nvPr>
            <p:ph type="sldNum" sz="quarter" idx="12"/>
          </p:nvPr>
        </p:nvSpPr>
        <p:spPr/>
        <p:txBody>
          <a:bodyPr/>
          <a:lstStyle>
            <a:lvl1pPr>
              <a:defRPr/>
            </a:lvl1pPr>
          </a:lstStyle>
          <a:p>
            <a:fld id="{D27E8E91-C486-4740-8793-E074EFF8EE44}" type="slidenum">
              <a:rPr lang="ko-KR" altLang="en-US"/>
              <a:pPr/>
              <a:t>‹#›</a:t>
            </a:fld>
            <a:endParaRPr lang="ko-KR" altLang="en-US"/>
          </a:p>
        </p:txBody>
      </p:sp>
    </p:spTree>
    <p:extLst>
      <p:ext uri="{BB962C8B-B14F-4D97-AF65-F5344CB8AC3E}">
        <p14:creationId xmlns:p14="http://schemas.microsoft.com/office/powerpoint/2010/main" val="7759117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5DAE22A5-4CB5-6B6D-1027-C14C23EE0DD1}"/>
              </a:ext>
            </a:extLst>
          </p:cNvPr>
          <p:cNvSpPr>
            <a:spLocks noGrp="1"/>
          </p:cNvSpPr>
          <p:nvPr>
            <p:ph type="dt" sz="half" idx="10"/>
          </p:nvPr>
        </p:nvSpPr>
        <p:spPr/>
        <p:txBody>
          <a:bodyPr/>
          <a:lstStyle>
            <a:lvl1pPr>
              <a:defRPr/>
            </a:lvl1pPr>
          </a:lstStyle>
          <a:p>
            <a:pPr>
              <a:defRPr/>
            </a:pPr>
            <a:fld id="{0024B994-6230-4C2A-863F-1B716A2BE584}"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0916815C-22F7-1A8B-981A-9B44FC1893E4}"/>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5977754F-E795-32FD-F4DB-04915630D769}"/>
              </a:ext>
            </a:extLst>
          </p:cNvPr>
          <p:cNvSpPr>
            <a:spLocks noGrp="1"/>
          </p:cNvSpPr>
          <p:nvPr>
            <p:ph type="sldNum" sz="quarter" idx="12"/>
          </p:nvPr>
        </p:nvSpPr>
        <p:spPr/>
        <p:txBody>
          <a:bodyPr/>
          <a:lstStyle>
            <a:lvl1pPr>
              <a:defRPr/>
            </a:lvl1pPr>
          </a:lstStyle>
          <a:p>
            <a:fld id="{E25D4D05-C564-4A4C-A7B1-B13FC0664C62}" type="slidenum">
              <a:rPr lang="ko-KR" altLang="en-US"/>
              <a:pPr/>
              <a:t>‹#›</a:t>
            </a:fld>
            <a:endParaRPr lang="ko-KR" altLang="en-US"/>
          </a:p>
        </p:txBody>
      </p:sp>
    </p:spTree>
    <p:extLst>
      <p:ext uri="{BB962C8B-B14F-4D97-AF65-F5344CB8AC3E}">
        <p14:creationId xmlns:p14="http://schemas.microsoft.com/office/powerpoint/2010/main" val="30477144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6CF46702-6AA0-399C-BE1E-E7701C65888B}"/>
              </a:ext>
            </a:extLst>
          </p:cNvPr>
          <p:cNvSpPr>
            <a:spLocks noGrp="1"/>
          </p:cNvSpPr>
          <p:nvPr>
            <p:ph type="dt" sz="half" idx="10"/>
          </p:nvPr>
        </p:nvSpPr>
        <p:spPr/>
        <p:txBody>
          <a:bodyPr/>
          <a:lstStyle>
            <a:lvl1pPr>
              <a:defRPr/>
            </a:lvl1pPr>
          </a:lstStyle>
          <a:p>
            <a:pPr>
              <a:defRPr/>
            </a:pPr>
            <a:fld id="{6E90FE57-F017-4FAF-A8AB-9C1A02BAE8CD}"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92EEA881-10DF-6835-8F13-148D197E57A8}"/>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B31A77A2-FFBE-2D03-D4BF-ED43DCB71F9A}"/>
              </a:ext>
            </a:extLst>
          </p:cNvPr>
          <p:cNvSpPr>
            <a:spLocks noGrp="1"/>
          </p:cNvSpPr>
          <p:nvPr>
            <p:ph type="sldNum" sz="quarter" idx="12"/>
          </p:nvPr>
        </p:nvSpPr>
        <p:spPr/>
        <p:txBody>
          <a:bodyPr/>
          <a:lstStyle>
            <a:lvl1pPr>
              <a:defRPr/>
            </a:lvl1pPr>
          </a:lstStyle>
          <a:p>
            <a:fld id="{9CDB694B-C480-4B6A-90CC-0B56409E747E}" type="slidenum">
              <a:rPr lang="ko-KR" altLang="en-US"/>
              <a:pPr/>
              <a:t>‹#›</a:t>
            </a:fld>
            <a:endParaRPr lang="ko-KR" altLang="en-US"/>
          </a:p>
        </p:txBody>
      </p:sp>
    </p:spTree>
    <p:extLst>
      <p:ext uri="{BB962C8B-B14F-4D97-AF65-F5344CB8AC3E}">
        <p14:creationId xmlns:p14="http://schemas.microsoft.com/office/powerpoint/2010/main" val="1576714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06DA14C8-27B2-86FB-50E4-9DE45AF11F62}"/>
              </a:ext>
            </a:extLst>
          </p:cNvPr>
          <p:cNvSpPr>
            <a:spLocks noGrp="1"/>
          </p:cNvSpPr>
          <p:nvPr>
            <p:ph type="dt" sz="half" idx="10"/>
          </p:nvPr>
        </p:nvSpPr>
        <p:spPr/>
        <p:txBody>
          <a:bodyPr/>
          <a:lstStyle>
            <a:lvl1pPr>
              <a:defRPr/>
            </a:lvl1pPr>
          </a:lstStyle>
          <a:p>
            <a:pPr>
              <a:defRPr/>
            </a:pPr>
            <a:fld id="{1CA6F4E2-4800-4F0F-B1E6-4B4F9936BE7C}"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B971C8BA-BB7D-F739-505B-3D7CB7502920}"/>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85C6F04A-3091-09A7-C6BB-B95F3F172467}"/>
              </a:ext>
            </a:extLst>
          </p:cNvPr>
          <p:cNvSpPr>
            <a:spLocks noGrp="1"/>
          </p:cNvSpPr>
          <p:nvPr>
            <p:ph type="sldNum" sz="quarter" idx="12"/>
          </p:nvPr>
        </p:nvSpPr>
        <p:spPr/>
        <p:txBody>
          <a:bodyPr/>
          <a:lstStyle>
            <a:lvl1pPr>
              <a:defRPr/>
            </a:lvl1pPr>
          </a:lstStyle>
          <a:p>
            <a:fld id="{4224619F-E8B7-4D7F-B841-FFD9216E913E}" type="slidenum">
              <a:rPr lang="ko-KR" altLang="en-US"/>
              <a:pPr/>
              <a:t>‹#›</a:t>
            </a:fld>
            <a:endParaRPr lang="ko-KR" altLang="en-US"/>
          </a:p>
        </p:txBody>
      </p:sp>
    </p:spTree>
    <p:extLst>
      <p:ext uri="{BB962C8B-B14F-4D97-AF65-F5344CB8AC3E}">
        <p14:creationId xmlns:p14="http://schemas.microsoft.com/office/powerpoint/2010/main" val="4252555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DE8AEB04-7A74-B54D-0678-2B991728E673}"/>
              </a:ext>
            </a:extLst>
          </p:cNvPr>
          <p:cNvSpPr>
            <a:spLocks noGrp="1"/>
          </p:cNvSpPr>
          <p:nvPr>
            <p:ph type="dt" sz="half" idx="10"/>
          </p:nvPr>
        </p:nvSpPr>
        <p:spPr/>
        <p:txBody>
          <a:bodyPr/>
          <a:lstStyle>
            <a:lvl1pPr>
              <a:defRPr/>
            </a:lvl1pPr>
          </a:lstStyle>
          <a:p>
            <a:pPr>
              <a:defRPr/>
            </a:pPr>
            <a:fld id="{14CDCB2F-88B8-45C4-A8E9-70B572AA64D7}"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1ECD36F9-DA96-68FE-578B-FFC6B7C354CC}"/>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672228FF-36C9-7FBD-D506-5EAEE52CE170}"/>
              </a:ext>
            </a:extLst>
          </p:cNvPr>
          <p:cNvSpPr>
            <a:spLocks noGrp="1"/>
          </p:cNvSpPr>
          <p:nvPr>
            <p:ph type="sldNum" sz="quarter" idx="12"/>
          </p:nvPr>
        </p:nvSpPr>
        <p:spPr/>
        <p:txBody>
          <a:bodyPr/>
          <a:lstStyle>
            <a:lvl1pPr>
              <a:defRPr/>
            </a:lvl1pPr>
          </a:lstStyle>
          <a:p>
            <a:fld id="{D302FD9D-4B12-470F-A2CF-B355C0F94E9C}" type="slidenum">
              <a:rPr lang="ko-KR" altLang="en-US"/>
              <a:pPr/>
              <a:t>‹#›</a:t>
            </a:fld>
            <a:endParaRPr lang="ko-KR" altLang="en-US"/>
          </a:p>
        </p:txBody>
      </p:sp>
    </p:spTree>
    <p:extLst>
      <p:ext uri="{BB962C8B-B14F-4D97-AF65-F5344CB8AC3E}">
        <p14:creationId xmlns:p14="http://schemas.microsoft.com/office/powerpoint/2010/main" val="33095510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a:extLst>
              <a:ext uri="{FF2B5EF4-FFF2-40B4-BE49-F238E27FC236}">
                <a16:creationId xmlns:a16="http://schemas.microsoft.com/office/drawing/2014/main" id="{2E3D567F-4B96-A39F-D0B1-C06B001D9104}"/>
              </a:ext>
            </a:extLst>
          </p:cNvPr>
          <p:cNvSpPr>
            <a:spLocks noGrp="1"/>
          </p:cNvSpPr>
          <p:nvPr>
            <p:ph type="dt" sz="half" idx="10"/>
          </p:nvPr>
        </p:nvSpPr>
        <p:spPr/>
        <p:txBody>
          <a:bodyPr/>
          <a:lstStyle>
            <a:lvl1pPr>
              <a:defRPr/>
            </a:lvl1pPr>
          </a:lstStyle>
          <a:p>
            <a:pPr>
              <a:defRPr/>
            </a:pPr>
            <a:fld id="{00D54373-1666-4849-9C84-B7FD401490B1}"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E504EA92-A1EB-7D4F-69B6-49CD8CEC4A15}"/>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867051D6-2610-1591-7429-B6BDEC5A4184}"/>
              </a:ext>
            </a:extLst>
          </p:cNvPr>
          <p:cNvSpPr>
            <a:spLocks noGrp="1"/>
          </p:cNvSpPr>
          <p:nvPr>
            <p:ph type="sldNum" sz="quarter" idx="12"/>
          </p:nvPr>
        </p:nvSpPr>
        <p:spPr/>
        <p:txBody>
          <a:bodyPr/>
          <a:lstStyle>
            <a:lvl1pPr>
              <a:defRPr/>
            </a:lvl1pPr>
          </a:lstStyle>
          <a:p>
            <a:fld id="{5451568D-FFAC-4E63-B74F-5F60C2B17A68}" type="slidenum">
              <a:rPr lang="ko-KR" altLang="en-US"/>
              <a:pPr/>
              <a:t>‹#›</a:t>
            </a:fld>
            <a:endParaRPr lang="ko-KR" altLang="en-US"/>
          </a:p>
        </p:txBody>
      </p:sp>
    </p:spTree>
    <p:extLst>
      <p:ext uri="{BB962C8B-B14F-4D97-AF65-F5344CB8AC3E}">
        <p14:creationId xmlns:p14="http://schemas.microsoft.com/office/powerpoint/2010/main" val="1865328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11AC9DE-EB0A-1EB2-ED35-8E1611D85BD5}"/>
              </a:ext>
            </a:extLst>
          </p:cNvPr>
          <p:cNvSpPr>
            <a:spLocks noGrp="1"/>
          </p:cNvSpPr>
          <p:nvPr>
            <p:ph type="dt" sz="half" idx="10"/>
          </p:nvPr>
        </p:nvSpPr>
        <p:spPr/>
        <p:txBody>
          <a:bodyPr/>
          <a:lstStyle>
            <a:lvl1pPr>
              <a:defRPr/>
            </a:lvl1pPr>
          </a:lstStyle>
          <a:p>
            <a:pPr>
              <a:defRPr/>
            </a:pPr>
            <a:fld id="{1D645DC1-3A30-4DDC-83A2-E533E4843A88}"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996B2758-0E2B-6AED-5D1B-6EA0479361B2}"/>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4466AA09-987E-4CDE-978F-CE16E7382F58}"/>
              </a:ext>
            </a:extLst>
          </p:cNvPr>
          <p:cNvSpPr>
            <a:spLocks noGrp="1"/>
          </p:cNvSpPr>
          <p:nvPr>
            <p:ph type="sldNum" sz="quarter" idx="12"/>
          </p:nvPr>
        </p:nvSpPr>
        <p:spPr/>
        <p:txBody>
          <a:bodyPr/>
          <a:lstStyle>
            <a:lvl1pPr>
              <a:defRPr/>
            </a:lvl1pPr>
          </a:lstStyle>
          <a:p>
            <a:fld id="{A476C38F-366B-43A3-8736-A4FC829CAF37}" type="slidenum">
              <a:rPr lang="ko-KR" altLang="en-US"/>
              <a:pPr/>
              <a:t>‹#›</a:t>
            </a:fld>
            <a:endParaRPr lang="ko-KR" altLang="en-US"/>
          </a:p>
        </p:txBody>
      </p:sp>
    </p:spTree>
    <p:extLst>
      <p:ext uri="{BB962C8B-B14F-4D97-AF65-F5344CB8AC3E}">
        <p14:creationId xmlns:p14="http://schemas.microsoft.com/office/powerpoint/2010/main" val="9975263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798A8A1F-D270-B2BD-A046-57ED2869644E}"/>
              </a:ext>
            </a:extLst>
          </p:cNvPr>
          <p:cNvSpPr>
            <a:spLocks noGrp="1"/>
          </p:cNvSpPr>
          <p:nvPr>
            <p:ph type="dt" sz="half" idx="10"/>
          </p:nvPr>
        </p:nvSpPr>
        <p:spPr/>
        <p:txBody>
          <a:bodyPr/>
          <a:lstStyle>
            <a:lvl1pPr>
              <a:defRPr/>
            </a:lvl1pPr>
          </a:lstStyle>
          <a:p>
            <a:pPr>
              <a:defRPr/>
            </a:pPr>
            <a:fld id="{397B4DFC-3347-4241-9B76-E95BBA4B5D00}"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F2728262-A368-82B0-0A89-2132B8CDFBF3}"/>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A9F6F09B-5BCF-08DB-6CEF-D3DFE57DB5F1}"/>
              </a:ext>
            </a:extLst>
          </p:cNvPr>
          <p:cNvSpPr>
            <a:spLocks noGrp="1"/>
          </p:cNvSpPr>
          <p:nvPr>
            <p:ph type="sldNum" sz="quarter" idx="12"/>
          </p:nvPr>
        </p:nvSpPr>
        <p:spPr/>
        <p:txBody>
          <a:bodyPr/>
          <a:lstStyle>
            <a:lvl1pPr>
              <a:defRPr/>
            </a:lvl1pPr>
          </a:lstStyle>
          <a:p>
            <a:fld id="{89A91F00-0506-4620-885A-7CCA83EC8CBA}" type="slidenum">
              <a:rPr lang="ko-KR" altLang="en-US"/>
              <a:pPr/>
              <a:t>‹#›</a:t>
            </a:fld>
            <a:endParaRPr lang="ko-KR" altLang="en-US"/>
          </a:p>
        </p:txBody>
      </p:sp>
    </p:spTree>
    <p:extLst>
      <p:ext uri="{BB962C8B-B14F-4D97-AF65-F5344CB8AC3E}">
        <p14:creationId xmlns:p14="http://schemas.microsoft.com/office/powerpoint/2010/main" val="21052661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1038" y="1825625"/>
            <a:ext cx="4195762"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29200" y="1825625"/>
            <a:ext cx="4195763"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1EAAE320-8EA9-1532-5505-58DDD29275F5}"/>
              </a:ext>
            </a:extLst>
          </p:cNvPr>
          <p:cNvSpPr>
            <a:spLocks noGrp="1"/>
          </p:cNvSpPr>
          <p:nvPr>
            <p:ph type="dt" sz="half" idx="10"/>
          </p:nvPr>
        </p:nvSpPr>
        <p:spPr/>
        <p:txBody>
          <a:bodyPr/>
          <a:lstStyle>
            <a:lvl1pPr>
              <a:defRPr/>
            </a:lvl1pPr>
          </a:lstStyle>
          <a:p>
            <a:pPr>
              <a:defRPr/>
            </a:pPr>
            <a:fld id="{E0D3B324-DCEB-4CED-8ECA-D1FDDC1D2B31}"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401CB8AF-EF07-8A73-8FC8-1EBF338F52F9}"/>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A533AA8F-BB40-40DC-492A-2F32AB080C84}"/>
              </a:ext>
            </a:extLst>
          </p:cNvPr>
          <p:cNvSpPr>
            <a:spLocks noGrp="1"/>
          </p:cNvSpPr>
          <p:nvPr>
            <p:ph type="sldNum" sz="quarter" idx="12"/>
          </p:nvPr>
        </p:nvSpPr>
        <p:spPr/>
        <p:txBody>
          <a:bodyPr/>
          <a:lstStyle>
            <a:lvl1pPr>
              <a:defRPr/>
            </a:lvl1pPr>
          </a:lstStyle>
          <a:p>
            <a:fld id="{7816B5AC-2E18-4CD6-9808-EC569AB9E123}" type="slidenum">
              <a:rPr lang="ko-KR" altLang="en-US"/>
              <a:pPr/>
              <a:t>‹#›</a:t>
            </a:fld>
            <a:endParaRPr lang="ko-KR" altLang="en-US"/>
          </a:p>
        </p:txBody>
      </p:sp>
    </p:spTree>
    <p:extLst>
      <p:ext uri="{BB962C8B-B14F-4D97-AF65-F5344CB8AC3E}">
        <p14:creationId xmlns:p14="http://schemas.microsoft.com/office/powerpoint/2010/main" val="8018470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82625" y="2505075"/>
            <a:ext cx="419100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09B15ECE-F85E-012B-A455-06606DD5052A}"/>
              </a:ext>
            </a:extLst>
          </p:cNvPr>
          <p:cNvSpPr>
            <a:spLocks noGrp="1"/>
          </p:cNvSpPr>
          <p:nvPr>
            <p:ph type="dt" sz="half" idx="10"/>
          </p:nvPr>
        </p:nvSpPr>
        <p:spPr/>
        <p:txBody>
          <a:bodyPr/>
          <a:lstStyle>
            <a:lvl1pPr>
              <a:defRPr/>
            </a:lvl1pPr>
          </a:lstStyle>
          <a:p>
            <a:pPr>
              <a:defRPr/>
            </a:pPr>
            <a:fld id="{ABBC2C41-54A8-4E4A-9CA6-5C503B81C197}" type="datetimeFigureOut">
              <a:rPr lang="ko-KR" altLang="en-US"/>
              <a:pPr>
                <a:defRPr/>
              </a:pPr>
              <a:t>2026-10-25</a:t>
            </a:fld>
            <a:endParaRPr lang="ko-KR" altLang="en-US" dirty="0"/>
          </a:p>
        </p:txBody>
      </p:sp>
      <p:sp>
        <p:nvSpPr>
          <p:cNvPr id="8" name="바닥글 개체 틀 4">
            <a:extLst>
              <a:ext uri="{FF2B5EF4-FFF2-40B4-BE49-F238E27FC236}">
                <a16:creationId xmlns:a16="http://schemas.microsoft.com/office/drawing/2014/main" id="{21E30841-3C62-2905-20F7-4EBF056E572A}"/>
              </a:ext>
            </a:extLst>
          </p:cNvPr>
          <p:cNvSpPr>
            <a:spLocks noGrp="1"/>
          </p:cNvSpPr>
          <p:nvPr>
            <p:ph type="ftr" sz="quarter" idx="11"/>
          </p:nvPr>
        </p:nvSpPr>
        <p:spPr/>
        <p:txBody>
          <a:bodyPr/>
          <a:lstStyle>
            <a:lvl1pPr>
              <a:defRPr/>
            </a:lvl1pPr>
          </a:lstStyle>
          <a:p>
            <a:pPr>
              <a:defRPr/>
            </a:pPr>
            <a:endParaRPr lang="ko-KR" altLang="en-US"/>
          </a:p>
        </p:txBody>
      </p:sp>
      <p:sp>
        <p:nvSpPr>
          <p:cNvPr id="9" name="슬라이드 번호 개체 틀 5">
            <a:extLst>
              <a:ext uri="{FF2B5EF4-FFF2-40B4-BE49-F238E27FC236}">
                <a16:creationId xmlns:a16="http://schemas.microsoft.com/office/drawing/2014/main" id="{E51C3B08-20E3-AC04-E107-88364F55235F}"/>
              </a:ext>
            </a:extLst>
          </p:cNvPr>
          <p:cNvSpPr>
            <a:spLocks noGrp="1"/>
          </p:cNvSpPr>
          <p:nvPr>
            <p:ph type="sldNum" sz="quarter" idx="12"/>
          </p:nvPr>
        </p:nvSpPr>
        <p:spPr/>
        <p:txBody>
          <a:bodyPr/>
          <a:lstStyle>
            <a:lvl1pPr>
              <a:defRPr/>
            </a:lvl1pPr>
          </a:lstStyle>
          <a:p>
            <a:fld id="{5D2F4E9C-A1A3-49C1-BF27-9AAC2EDB2DA6}" type="slidenum">
              <a:rPr lang="ko-KR" altLang="en-US"/>
              <a:pPr/>
              <a:t>‹#›</a:t>
            </a:fld>
            <a:endParaRPr lang="ko-KR" altLang="en-US"/>
          </a:p>
        </p:txBody>
      </p:sp>
    </p:spTree>
    <p:extLst>
      <p:ext uri="{BB962C8B-B14F-4D97-AF65-F5344CB8AC3E}">
        <p14:creationId xmlns:p14="http://schemas.microsoft.com/office/powerpoint/2010/main" val="23300036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63DA73A2-8977-604C-A56F-183FAD9329F1}"/>
              </a:ext>
            </a:extLst>
          </p:cNvPr>
          <p:cNvSpPr>
            <a:spLocks noGrp="1"/>
          </p:cNvSpPr>
          <p:nvPr>
            <p:ph type="dt" sz="half" idx="10"/>
          </p:nvPr>
        </p:nvSpPr>
        <p:spPr/>
        <p:txBody>
          <a:bodyPr/>
          <a:lstStyle>
            <a:lvl1pPr>
              <a:defRPr/>
            </a:lvl1pPr>
          </a:lstStyle>
          <a:p>
            <a:pPr>
              <a:defRPr/>
            </a:pPr>
            <a:fld id="{B978D411-B5B5-4EBD-9FAD-C1CCDDF6CE41}" type="datetimeFigureOut">
              <a:rPr lang="ko-KR" altLang="en-US"/>
              <a:pPr>
                <a:defRPr/>
              </a:pPr>
              <a:t>2026-10-25</a:t>
            </a:fld>
            <a:endParaRPr lang="ko-KR" altLang="en-US" dirty="0"/>
          </a:p>
        </p:txBody>
      </p:sp>
      <p:sp>
        <p:nvSpPr>
          <p:cNvPr id="4" name="바닥글 개체 틀 4">
            <a:extLst>
              <a:ext uri="{FF2B5EF4-FFF2-40B4-BE49-F238E27FC236}">
                <a16:creationId xmlns:a16="http://schemas.microsoft.com/office/drawing/2014/main" id="{A354180F-B2EE-5B15-5E90-5F31E8391155}"/>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794192BB-EA9D-1596-17CF-6A6AF9BE05EE}"/>
              </a:ext>
            </a:extLst>
          </p:cNvPr>
          <p:cNvSpPr>
            <a:spLocks noGrp="1"/>
          </p:cNvSpPr>
          <p:nvPr>
            <p:ph type="sldNum" sz="quarter" idx="12"/>
          </p:nvPr>
        </p:nvSpPr>
        <p:spPr/>
        <p:txBody>
          <a:bodyPr/>
          <a:lstStyle>
            <a:lvl1pPr>
              <a:defRPr/>
            </a:lvl1pPr>
          </a:lstStyle>
          <a:p>
            <a:fld id="{BC674531-D360-4C58-A0C2-6C5323FF9ECC}" type="slidenum">
              <a:rPr lang="ko-KR" altLang="en-US"/>
              <a:pPr/>
              <a:t>‹#›</a:t>
            </a:fld>
            <a:endParaRPr lang="ko-KR" altLang="en-US"/>
          </a:p>
        </p:txBody>
      </p:sp>
    </p:spTree>
    <p:extLst>
      <p:ext uri="{BB962C8B-B14F-4D97-AF65-F5344CB8AC3E}">
        <p14:creationId xmlns:p14="http://schemas.microsoft.com/office/powerpoint/2010/main" val="25295140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AFCA62DB-127E-0D8B-D25A-6CF3385872F1}"/>
              </a:ext>
            </a:extLst>
          </p:cNvPr>
          <p:cNvSpPr>
            <a:spLocks noGrp="1"/>
          </p:cNvSpPr>
          <p:nvPr>
            <p:ph type="dt" sz="half" idx="10"/>
          </p:nvPr>
        </p:nvSpPr>
        <p:spPr/>
        <p:txBody>
          <a:bodyPr/>
          <a:lstStyle>
            <a:lvl1pPr>
              <a:defRPr/>
            </a:lvl1pPr>
          </a:lstStyle>
          <a:p>
            <a:pPr>
              <a:defRPr/>
            </a:pPr>
            <a:fld id="{C8D7E424-279E-4054-807F-A440F8875D73}" type="datetimeFigureOut">
              <a:rPr lang="ko-KR" altLang="en-US"/>
              <a:pPr>
                <a:defRPr/>
              </a:pPr>
              <a:t>2026-10-25</a:t>
            </a:fld>
            <a:endParaRPr lang="ko-KR" altLang="en-US" dirty="0"/>
          </a:p>
        </p:txBody>
      </p:sp>
      <p:sp>
        <p:nvSpPr>
          <p:cNvPr id="3" name="바닥글 개체 틀 4">
            <a:extLst>
              <a:ext uri="{FF2B5EF4-FFF2-40B4-BE49-F238E27FC236}">
                <a16:creationId xmlns:a16="http://schemas.microsoft.com/office/drawing/2014/main" id="{C08F592E-7645-E58C-714E-E4061B6A2B17}"/>
              </a:ext>
            </a:extLst>
          </p:cNvPr>
          <p:cNvSpPr>
            <a:spLocks noGrp="1"/>
          </p:cNvSpPr>
          <p:nvPr>
            <p:ph type="ftr" sz="quarter" idx="11"/>
          </p:nvPr>
        </p:nvSpPr>
        <p:spPr/>
        <p:txBody>
          <a:bodyPr/>
          <a:lstStyle>
            <a:lvl1pPr>
              <a:defRPr/>
            </a:lvl1pPr>
          </a:lstStyle>
          <a:p>
            <a:pPr>
              <a:defRPr/>
            </a:pPr>
            <a:endParaRPr lang="ko-KR" altLang="en-US"/>
          </a:p>
        </p:txBody>
      </p:sp>
      <p:sp>
        <p:nvSpPr>
          <p:cNvPr id="4" name="슬라이드 번호 개체 틀 5">
            <a:extLst>
              <a:ext uri="{FF2B5EF4-FFF2-40B4-BE49-F238E27FC236}">
                <a16:creationId xmlns:a16="http://schemas.microsoft.com/office/drawing/2014/main" id="{2D13193F-E4DD-9710-BD87-CAD75FCA08FB}"/>
              </a:ext>
            </a:extLst>
          </p:cNvPr>
          <p:cNvSpPr>
            <a:spLocks noGrp="1"/>
          </p:cNvSpPr>
          <p:nvPr>
            <p:ph type="sldNum" sz="quarter" idx="12"/>
          </p:nvPr>
        </p:nvSpPr>
        <p:spPr/>
        <p:txBody>
          <a:bodyPr/>
          <a:lstStyle>
            <a:lvl1pPr>
              <a:defRPr/>
            </a:lvl1pPr>
          </a:lstStyle>
          <a:p>
            <a:fld id="{6B51C51B-FE8D-4AEB-A33C-6B0DDDF4EDB2}" type="slidenum">
              <a:rPr lang="ko-KR" altLang="en-US"/>
              <a:pPr/>
              <a:t>‹#›</a:t>
            </a:fld>
            <a:endParaRPr lang="ko-KR" altLang="en-US"/>
          </a:p>
        </p:txBody>
      </p:sp>
    </p:spTree>
    <p:extLst>
      <p:ext uri="{BB962C8B-B14F-4D97-AF65-F5344CB8AC3E}">
        <p14:creationId xmlns:p14="http://schemas.microsoft.com/office/powerpoint/2010/main" val="13570216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9114319E-37E7-8D07-0FC1-6D97683893C0}"/>
              </a:ext>
            </a:extLst>
          </p:cNvPr>
          <p:cNvSpPr>
            <a:spLocks noGrp="1"/>
          </p:cNvSpPr>
          <p:nvPr>
            <p:ph type="dt" sz="half" idx="10"/>
          </p:nvPr>
        </p:nvSpPr>
        <p:spPr/>
        <p:txBody>
          <a:bodyPr/>
          <a:lstStyle>
            <a:lvl1pPr>
              <a:defRPr/>
            </a:lvl1pPr>
          </a:lstStyle>
          <a:p>
            <a:pPr>
              <a:defRPr/>
            </a:pPr>
            <a:fld id="{84595E0D-1BE6-4DFA-9D71-544FCCD5AA9B}"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D70BF6E1-3443-F463-3D3C-81C70AAFFDF8}"/>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BCFD0674-D8A3-9CB2-4933-A68F41877F4F}"/>
              </a:ext>
            </a:extLst>
          </p:cNvPr>
          <p:cNvSpPr>
            <a:spLocks noGrp="1"/>
          </p:cNvSpPr>
          <p:nvPr>
            <p:ph type="sldNum" sz="quarter" idx="12"/>
          </p:nvPr>
        </p:nvSpPr>
        <p:spPr/>
        <p:txBody>
          <a:bodyPr/>
          <a:lstStyle>
            <a:lvl1pPr>
              <a:defRPr/>
            </a:lvl1pPr>
          </a:lstStyle>
          <a:p>
            <a:fld id="{E4518854-7849-47A5-9679-F9CF23592319}" type="slidenum">
              <a:rPr lang="ko-KR" altLang="en-US"/>
              <a:pPr/>
              <a:t>‹#›</a:t>
            </a:fld>
            <a:endParaRPr lang="ko-KR" altLang="en-US"/>
          </a:p>
        </p:txBody>
      </p:sp>
    </p:spTree>
    <p:extLst>
      <p:ext uri="{BB962C8B-B14F-4D97-AF65-F5344CB8AC3E}">
        <p14:creationId xmlns:p14="http://schemas.microsoft.com/office/powerpoint/2010/main" val="3286741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46783FED-7D95-1D97-76D5-2715D0689090}"/>
              </a:ext>
            </a:extLst>
          </p:cNvPr>
          <p:cNvSpPr>
            <a:spLocks noGrp="1"/>
          </p:cNvSpPr>
          <p:nvPr>
            <p:ph type="dt" sz="half" idx="10"/>
          </p:nvPr>
        </p:nvSpPr>
        <p:spPr/>
        <p:txBody>
          <a:bodyPr/>
          <a:lstStyle>
            <a:lvl1pPr>
              <a:defRPr/>
            </a:lvl1pPr>
          </a:lstStyle>
          <a:p>
            <a:pPr>
              <a:defRPr/>
            </a:pPr>
            <a:fld id="{2431B075-E275-4C70-AA48-59FB0A345A77}" type="datetimeFigureOut">
              <a:rPr lang="ko-KR" altLang="en-US"/>
              <a:pPr>
                <a:defRPr/>
              </a:pPr>
              <a:t>2026-10-25</a:t>
            </a:fld>
            <a:endParaRPr lang="ko-KR" altLang="en-US" dirty="0"/>
          </a:p>
        </p:txBody>
      </p:sp>
      <p:sp>
        <p:nvSpPr>
          <p:cNvPr id="6" name="바닥글 개체 틀 4">
            <a:extLst>
              <a:ext uri="{FF2B5EF4-FFF2-40B4-BE49-F238E27FC236}">
                <a16:creationId xmlns:a16="http://schemas.microsoft.com/office/drawing/2014/main" id="{8E3085E9-216A-848E-08F4-F43A974702A6}"/>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7A7E41DA-5A44-5794-1067-23F57DBFC637}"/>
              </a:ext>
            </a:extLst>
          </p:cNvPr>
          <p:cNvSpPr>
            <a:spLocks noGrp="1"/>
          </p:cNvSpPr>
          <p:nvPr>
            <p:ph type="sldNum" sz="quarter" idx="12"/>
          </p:nvPr>
        </p:nvSpPr>
        <p:spPr/>
        <p:txBody>
          <a:bodyPr/>
          <a:lstStyle>
            <a:lvl1pPr>
              <a:defRPr/>
            </a:lvl1pPr>
          </a:lstStyle>
          <a:p>
            <a:fld id="{94FA3EB6-FCA8-4208-AD6F-451AB9123DF7}" type="slidenum">
              <a:rPr lang="ko-KR" altLang="en-US"/>
              <a:pPr/>
              <a:t>‹#›</a:t>
            </a:fld>
            <a:endParaRPr lang="ko-KR" altLang="en-US"/>
          </a:p>
        </p:txBody>
      </p:sp>
    </p:spTree>
    <p:extLst>
      <p:ext uri="{BB962C8B-B14F-4D97-AF65-F5344CB8AC3E}">
        <p14:creationId xmlns:p14="http://schemas.microsoft.com/office/powerpoint/2010/main" val="28354563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6DB97DE-FFF5-DB05-243F-9C3B3CEC2F59}"/>
              </a:ext>
            </a:extLst>
          </p:cNvPr>
          <p:cNvSpPr>
            <a:spLocks noGrp="1"/>
          </p:cNvSpPr>
          <p:nvPr>
            <p:ph type="dt" sz="half" idx="10"/>
          </p:nvPr>
        </p:nvSpPr>
        <p:spPr/>
        <p:txBody>
          <a:bodyPr/>
          <a:lstStyle>
            <a:lvl1pPr>
              <a:defRPr/>
            </a:lvl1pPr>
          </a:lstStyle>
          <a:p>
            <a:pPr>
              <a:defRPr/>
            </a:pPr>
            <a:fld id="{DF2419CC-9BB1-41F2-926B-86B39DDE8B5D}"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014154E7-2761-4DD5-7AE3-04AF6645B9AC}"/>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1E6F95BA-0521-EC78-92EC-50BB9506B771}"/>
              </a:ext>
            </a:extLst>
          </p:cNvPr>
          <p:cNvSpPr>
            <a:spLocks noGrp="1"/>
          </p:cNvSpPr>
          <p:nvPr>
            <p:ph type="sldNum" sz="quarter" idx="12"/>
          </p:nvPr>
        </p:nvSpPr>
        <p:spPr/>
        <p:txBody>
          <a:bodyPr/>
          <a:lstStyle>
            <a:lvl1pPr>
              <a:defRPr/>
            </a:lvl1pPr>
          </a:lstStyle>
          <a:p>
            <a:fld id="{9A744F02-AD38-45C7-8841-104A39D1AA12}" type="slidenum">
              <a:rPr lang="ko-KR" altLang="en-US"/>
              <a:pPr/>
              <a:t>‹#›</a:t>
            </a:fld>
            <a:endParaRPr lang="ko-KR" altLang="en-US"/>
          </a:p>
        </p:txBody>
      </p:sp>
    </p:spTree>
    <p:extLst>
      <p:ext uri="{BB962C8B-B14F-4D97-AF65-F5344CB8AC3E}">
        <p14:creationId xmlns:p14="http://schemas.microsoft.com/office/powerpoint/2010/main" val="1730258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0F21807A-B1F4-3824-2747-A6D402BF9681}"/>
              </a:ext>
            </a:extLst>
          </p:cNvPr>
          <p:cNvSpPr>
            <a:spLocks noGrp="1"/>
          </p:cNvSpPr>
          <p:nvPr>
            <p:ph type="dt" sz="half" idx="10"/>
          </p:nvPr>
        </p:nvSpPr>
        <p:spPr/>
        <p:txBody>
          <a:bodyPr/>
          <a:lstStyle>
            <a:lvl1pPr>
              <a:defRPr/>
            </a:lvl1pPr>
          </a:lstStyle>
          <a:p>
            <a:pPr>
              <a:defRPr/>
            </a:pPr>
            <a:fld id="{EDDB6E58-D46C-49A1-A6FD-C6BDFEC7178C}"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749B5160-0AD3-0C50-7531-26675DF244EB}"/>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8A99D1DB-CABA-9517-30C4-2AA0D292B611}"/>
              </a:ext>
            </a:extLst>
          </p:cNvPr>
          <p:cNvSpPr>
            <a:spLocks noGrp="1"/>
          </p:cNvSpPr>
          <p:nvPr>
            <p:ph type="sldNum" sz="quarter" idx="12"/>
          </p:nvPr>
        </p:nvSpPr>
        <p:spPr/>
        <p:txBody>
          <a:bodyPr/>
          <a:lstStyle>
            <a:lvl1pPr>
              <a:defRPr/>
            </a:lvl1pPr>
          </a:lstStyle>
          <a:p>
            <a:fld id="{25AD7C51-380B-4ECC-BD2A-1F18E705B294}" type="slidenum">
              <a:rPr lang="ko-KR" altLang="en-US"/>
              <a:pPr/>
              <a:t>‹#›</a:t>
            </a:fld>
            <a:endParaRPr lang="ko-KR" altLang="en-US"/>
          </a:p>
        </p:txBody>
      </p:sp>
    </p:spTree>
    <p:extLst>
      <p:ext uri="{BB962C8B-B14F-4D97-AF65-F5344CB8AC3E}">
        <p14:creationId xmlns:p14="http://schemas.microsoft.com/office/powerpoint/2010/main" val="33918064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449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직사각형 2">
            <a:extLst>
              <a:ext uri="{FF2B5EF4-FFF2-40B4-BE49-F238E27FC236}">
                <a16:creationId xmlns:a16="http://schemas.microsoft.com/office/drawing/2014/main" id="{C664BE35-EB36-0B45-4A56-80FFA8AF5E30}"/>
              </a:ext>
            </a:extLst>
          </p:cNvPr>
          <p:cNvSpPr/>
          <p:nvPr userDrawn="1"/>
        </p:nvSpPr>
        <p:spPr bwMode="auto">
          <a:xfrm>
            <a:off x="3175" y="1773238"/>
            <a:ext cx="9899650" cy="71437"/>
          </a:xfrm>
          <a:prstGeom prst="rect">
            <a:avLst/>
          </a:prstGeom>
          <a:solidFill>
            <a:schemeClr val="bg1">
              <a:lumMod val="85000"/>
            </a:schemeClr>
          </a:solidFill>
          <a:ln w="9525" cap="flat" cmpd="sng" algn="ctr">
            <a:noFill/>
            <a:prstDash val="solid"/>
            <a:round/>
            <a:headEnd type="none" w="med" len="med"/>
            <a:tailEnd type="none" w="med" len="med"/>
          </a:ln>
          <a:effectLst/>
        </p:spPr>
        <p:txBody>
          <a:bodyPr/>
          <a:lstStyle/>
          <a:p>
            <a:pPr>
              <a:defRPr/>
            </a:pPr>
            <a:endParaRPr lang="ko-KR" altLang="en-US" dirty="0">
              <a:ea typeface="굴림" panose="020B0600000101010101" pitchFamily="50" charset="-127"/>
              <a:cs typeface="Arial" charset="0"/>
            </a:endParaRPr>
          </a:p>
        </p:txBody>
      </p:sp>
      <p:sp>
        <p:nvSpPr>
          <p:cNvPr id="3" name="직사각형 3">
            <a:extLst>
              <a:ext uri="{FF2B5EF4-FFF2-40B4-BE49-F238E27FC236}">
                <a16:creationId xmlns:a16="http://schemas.microsoft.com/office/drawing/2014/main" id="{806E8DB7-B46A-47B3-8B54-6378D9A543F1}"/>
              </a:ext>
            </a:extLst>
          </p:cNvPr>
          <p:cNvSpPr/>
          <p:nvPr userDrawn="1"/>
        </p:nvSpPr>
        <p:spPr bwMode="auto">
          <a:xfrm>
            <a:off x="3175" y="1844675"/>
            <a:ext cx="9899650" cy="144463"/>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ko-KR" altLang="en-US" dirty="0">
              <a:ea typeface="굴림" panose="020B0600000101010101" pitchFamily="50" charset="-127"/>
              <a:cs typeface="Arial" charset="0"/>
            </a:endParaRPr>
          </a:p>
        </p:txBody>
      </p:sp>
      <p:pic>
        <p:nvPicPr>
          <p:cNvPr id="4" name="그림 3">
            <a:extLst>
              <a:ext uri="{FF2B5EF4-FFF2-40B4-BE49-F238E27FC236}">
                <a16:creationId xmlns:a16="http://schemas.microsoft.com/office/drawing/2014/main" id="{E09DE455-042D-C314-45F1-A4FEAE7311A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93088" y="77788"/>
            <a:ext cx="1593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텍스트 개체 틀 18"/>
          <p:cNvSpPr>
            <a:spLocks noGrp="1"/>
          </p:cNvSpPr>
          <p:nvPr>
            <p:ph type="body" sz="quarter" idx="13"/>
          </p:nvPr>
        </p:nvSpPr>
        <p:spPr>
          <a:xfrm>
            <a:off x="0" y="1052736"/>
            <a:ext cx="9906000" cy="720155"/>
          </a:xfrm>
          <a:prstGeom prst="rect">
            <a:avLst/>
          </a:prstGeom>
        </p:spPr>
        <p:txBody>
          <a:bodyPr anchor="ctr" anchorCtr="0"/>
          <a:lstStyle>
            <a:lvl1pPr algn="ctr">
              <a:buNone/>
              <a:defRPr sz="2800" b="1"/>
            </a:lvl1pPr>
          </a:lstStyle>
          <a:p>
            <a:pPr lvl="0"/>
            <a:endParaRPr lang="ko-KR" altLang="en-US" dirty="0"/>
          </a:p>
        </p:txBody>
      </p:sp>
    </p:spTree>
    <p:extLst>
      <p:ext uri="{BB962C8B-B14F-4D97-AF65-F5344CB8AC3E}">
        <p14:creationId xmlns:p14="http://schemas.microsoft.com/office/powerpoint/2010/main" val="34272051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 #">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1495864-4932-F152-CCDC-C8A8DA317DAE}"/>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lnSpc>
                <a:spcPct val="110000"/>
              </a:lnSpc>
              <a:spcBef>
                <a:spcPct val="25000"/>
              </a:spcBef>
              <a:buFont typeface="Wingdings" panose="05000000000000000000" pitchFamily="2" charset="2"/>
              <a:buNone/>
            </a:pPr>
            <a:fld id="{A947C122-489D-4040-98EA-CD4CCF0DDFBC}" type="slidenum">
              <a:rPr lang="ko-KR" altLang="en-US" sz="1000">
                <a:solidFill>
                  <a:srgbClr val="7F7F7F"/>
                </a:solidFill>
                <a:latin typeface="맑은 고딕" panose="020B0503020000020004" pitchFamily="34" charset="-127"/>
                <a:ea typeface="맑은 고딕" panose="020B0503020000020004" pitchFamily="34" charset="-127"/>
              </a:rPr>
              <a:pPr algn="ctr">
                <a:lnSpc>
                  <a:spcPct val="110000"/>
                </a:lnSpc>
                <a:spcBef>
                  <a:spcPct val="25000"/>
                </a:spcBef>
                <a:buFont typeface="Wingdings" panose="05000000000000000000" pitchFamily="2" charset="2"/>
                <a:buNone/>
              </a:pPr>
              <a:t>‹#›</a:t>
            </a:fld>
            <a:endParaRPr lang="en-US" altLang="ko-KR" sz="1000">
              <a:solidFill>
                <a:srgbClr val="7F7F7F"/>
              </a:solidFill>
              <a:latin typeface="맑은 고딕" panose="020B0503020000020004" pitchFamily="34" charset="-127"/>
              <a:ea typeface="맑은 고딕" panose="020B0503020000020004" pitchFamily="34" charset="-127"/>
            </a:endParaRPr>
          </a:p>
        </p:txBody>
      </p:sp>
    </p:spTree>
    <p:extLst>
      <p:ext uri="{BB962C8B-B14F-4D97-AF65-F5344CB8AC3E}">
        <p14:creationId xmlns:p14="http://schemas.microsoft.com/office/powerpoint/2010/main" val="38285222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 #">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985D2B2-B636-715E-A5C7-69950A3F8C15}"/>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lnSpc>
                <a:spcPct val="110000"/>
              </a:lnSpc>
              <a:spcBef>
                <a:spcPct val="25000"/>
              </a:spcBef>
              <a:buFont typeface="Wingdings" panose="05000000000000000000" pitchFamily="2" charset="2"/>
              <a:buNone/>
            </a:pPr>
            <a:fld id="{F7FC1C11-CBA7-4085-ADC3-9CF4A825CA7D}" type="slidenum">
              <a:rPr lang="ko-KR" altLang="en-US" sz="1000">
                <a:solidFill>
                  <a:srgbClr val="7F7F7F"/>
                </a:solidFill>
                <a:latin typeface="맑은 고딕" panose="020B0503020000020004" pitchFamily="34" charset="-127"/>
                <a:ea typeface="맑은 고딕" panose="020B0503020000020004" pitchFamily="34" charset="-127"/>
              </a:rPr>
              <a:pPr algn="ctr">
                <a:lnSpc>
                  <a:spcPct val="110000"/>
                </a:lnSpc>
                <a:spcBef>
                  <a:spcPct val="25000"/>
                </a:spcBef>
                <a:buFont typeface="Wingdings" panose="05000000000000000000" pitchFamily="2" charset="2"/>
                <a:buNone/>
              </a:pPr>
              <a:t>‹#›</a:t>
            </a:fld>
            <a:endParaRPr lang="en-US" altLang="ko-KR" sz="1000">
              <a:solidFill>
                <a:srgbClr val="7F7F7F"/>
              </a:solidFill>
              <a:latin typeface="맑은 고딕" panose="020B0503020000020004" pitchFamily="34" charset="-127"/>
              <a:ea typeface="맑은 고딕" panose="020B0503020000020004" pitchFamily="34" charset="-127"/>
            </a:endParaRPr>
          </a:p>
        </p:txBody>
      </p:sp>
    </p:spTree>
    <p:extLst>
      <p:ext uri="{BB962C8B-B14F-4D97-AF65-F5344CB8AC3E}">
        <p14:creationId xmlns:p14="http://schemas.microsoft.com/office/powerpoint/2010/main" val="8659078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slideLayout" Target="../slideLayouts/slideLayout41.xml"/><Relationship Id="rId1" Type="http://schemas.openxmlformats.org/officeDocument/2006/relationships/slideLayout" Target="../slideLayouts/slideLayout40.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그림 6">
            <a:extLst>
              <a:ext uri="{FF2B5EF4-FFF2-40B4-BE49-F238E27FC236}">
                <a16:creationId xmlns:a16="http://schemas.microsoft.com/office/drawing/2014/main" id="{3CFE3482-031E-B353-C251-F5DD6B4B8D38}"/>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193088" y="115888"/>
            <a:ext cx="15938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709" name="Line 5">
            <a:extLst>
              <a:ext uri="{FF2B5EF4-FFF2-40B4-BE49-F238E27FC236}">
                <a16:creationId xmlns:a16="http://schemas.microsoft.com/office/drawing/2014/main" id="{ECBC09A6-4F5E-1407-C01A-47C411021564}"/>
              </a:ext>
            </a:extLst>
          </p:cNvPr>
          <p:cNvSpPr>
            <a:spLocks noChangeShapeType="1"/>
          </p:cNvSpPr>
          <p:nvPr userDrawn="1"/>
        </p:nvSpPr>
        <p:spPr bwMode="auto">
          <a:xfrm>
            <a:off x="3175" y="625475"/>
            <a:ext cx="9899650" cy="0"/>
          </a:xfrm>
          <a:prstGeom prst="line">
            <a:avLst/>
          </a:prstGeom>
          <a:noFill/>
          <a:ln w="9525">
            <a:solidFill>
              <a:schemeClr val="tx1">
                <a:lumMod val="75000"/>
                <a:lumOff val="2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328710" name="Line 6">
            <a:extLst>
              <a:ext uri="{FF2B5EF4-FFF2-40B4-BE49-F238E27FC236}">
                <a16:creationId xmlns:a16="http://schemas.microsoft.com/office/drawing/2014/main" id="{313BC4BB-0E8F-8908-6EDE-BE78659EAE2C}"/>
              </a:ext>
            </a:extLst>
          </p:cNvPr>
          <p:cNvSpPr>
            <a:spLocks noChangeShapeType="1"/>
          </p:cNvSpPr>
          <p:nvPr userDrawn="1"/>
        </p:nvSpPr>
        <p:spPr bwMode="auto">
          <a:xfrm>
            <a:off x="3175" y="6332538"/>
            <a:ext cx="9899650" cy="0"/>
          </a:xfrm>
          <a:prstGeom prst="line">
            <a:avLst/>
          </a:prstGeom>
          <a:noFill/>
          <a:ln w="9525">
            <a:solidFill>
              <a:schemeClr val="tx1">
                <a:lumMod val="75000"/>
                <a:lumOff val="2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10" name="Line 5">
            <a:extLst>
              <a:ext uri="{FF2B5EF4-FFF2-40B4-BE49-F238E27FC236}">
                <a16:creationId xmlns:a16="http://schemas.microsoft.com/office/drawing/2014/main" id="{81FE2887-E21B-27CE-18A2-2954412D6BC0}"/>
              </a:ext>
            </a:extLst>
          </p:cNvPr>
          <p:cNvSpPr>
            <a:spLocks noChangeShapeType="1"/>
          </p:cNvSpPr>
          <p:nvPr userDrawn="1"/>
        </p:nvSpPr>
        <p:spPr bwMode="auto">
          <a:xfrm>
            <a:off x="3175" y="612775"/>
            <a:ext cx="9899650" cy="0"/>
          </a:xfrm>
          <a:prstGeom prst="line">
            <a:avLst/>
          </a:prstGeom>
          <a:noFill/>
          <a:ln w="9525">
            <a:solidFill>
              <a:schemeClr val="bg1">
                <a:lumMod val="7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11" name="Line 6">
            <a:extLst>
              <a:ext uri="{FF2B5EF4-FFF2-40B4-BE49-F238E27FC236}">
                <a16:creationId xmlns:a16="http://schemas.microsoft.com/office/drawing/2014/main" id="{61A5398A-5459-F900-B5B7-C908431727E0}"/>
              </a:ext>
            </a:extLst>
          </p:cNvPr>
          <p:cNvSpPr>
            <a:spLocks noChangeShapeType="1"/>
          </p:cNvSpPr>
          <p:nvPr userDrawn="1"/>
        </p:nvSpPr>
        <p:spPr bwMode="auto">
          <a:xfrm>
            <a:off x="1588" y="6343650"/>
            <a:ext cx="9901237" cy="0"/>
          </a:xfrm>
          <a:prstGeom prst="line">
            <a:avLst/>
          </a:prstGeom>
          <a:noFill/>
          <a:ln w="9525">
            <a:solidFill>
              <a:schemeClr val="bg1">
                <a:lumMod val="7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1031" name="MSIPCMContentMarking" descr="{&quot;HashCode&quot;:-1860332160,&quot;Placement&quot;:&quot;Header&quot;,&quot;Top&quot;:0.0,&quot;Left&quot;:323.954651,&quot;SlideWidth&quot;:780,&quot;SlideHeight&quot;:540}">
            <a:extLst>
              <a:ext uri="{FF2B5EF4-FFF2-40B4-BE49-F238E27FC236}">
                <a16:creationId xmlns:a16="http://schemas.microsoft.com/office/drawing/2014/main" id="{3CA54C10-0DE1-A63D-0620-09FAFF563400}"/>
              </a:ext>
            </a:extLst>
          </p:cNvPr>
          <p:cNvSpPr txBox="1">
            <a:spLocks noChangeArrowheads="1"/>
          </p:cNvSpPr>
          <p:nvPr userDrawn="1"/>
        </p:nvSpPr>
        <p:spPr bwMode="auto">
          <a:xfrm>
            <a:off x="4114800" y="0"/>
            <a:ext cx="1676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6756" r:id="rId1"/>
    <p:sldLayoutId id="2147486757" r:id="rId2"/>
    <p:sldLayoutId id="2147486758" r:id="rId3"/>
    <p:sldLayoutId id="2147486759" r:id="rId4"/>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제목 개체 틀 1">
            <a:extLst>
              <a:ext uri="{FF2B5EF4-FFF2-40B4-BE49-F238E27FC236}">
                <a16:creationId xmlns:a16="http://schemas.microsoft.com/office/drawing/2014/main" id="{03F8E9DD-98E1-066C-1642-D8A6BE58551B}"/>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2051" name="텍스트 개체 틀 2">
            <a:extLst>
              <a:ext uri="{FF2B5EF4-FFF2-40B4-BE49-F238E27FC236}">
                <a16:creationId xmlns:a16="http://schemas.microsoft.com/office/drawing/2014/main" id="{9617102F-B6A4-31D5-B503-2F93376D29E4}"/>
              </a:ext>
            </a:extLst>
          </p:cNvPr>
          <p:cNvSpPr>
            <a:spLocks noGrp="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5659F874-52E1-5E04-6926-E89B25F8739B}"/>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ea typeface="굴림" panose="020B0600000101010101" pitchFamily="50" charset="-127"/>
              </a:defRPr>
            </a:lvl1pPr>
          </a:lstStyle>
          <a:p>
            <a:pPr>
              <a:defRPr/>
            </a:pPr>
            <a:fld id="{F94B5F61-AC50-4E5C-AE3F-BD7A59FFB41F}"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01C7BF64-A12F-E957-5707-2899174C7FBC}"/>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ea typeface="굴림" panose="020B0600000101010101" pitchFamily="50" charset="-127"/>
              </a:defRPr>
            </a:lvl1pPr>
          </a:lstStyle>
          <a:p>
            <a:pPr>
              <a:defRPr/>
            </a:pPr>
            <a:endParaRPr lang="ko-KR" altLang="en-US"/>
          </a:p>
        </p:txBody>
      </p:sp>
      <p:sp>
        <p:nvSpPr>
          <p:cNvPr id="6" name="슬라이드 번호 개체 틀 5">
            <a:extLst>
              <a:ext uri="{FF2B5EF4-FFF2-40B4-BE49-F238E27FC236}">
                <a16:creationId xmlns:a16="http://schemas.microsoft.com/office/drawing/2014/main" id="{E6F342CF-B38D-5E82-57C6-857C403EE70E}"/>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95ED2104-7D7A-4C11-BD24-B2188C277A38}" type="slidenum">
              <a:rPr lang="ko-KR" altLang="en-US"/>
              <a:pPr/>
              <a:t>‹#›</a:t>
            </a:fld>
            <a:endParaRPr lang="ko-KR" altLang="en-US"/>
          </a:p>
        </p:txBody>
      </p:sp>
      <p:sp>
        <p:nvSpPr>
          <p:cNvPr id="2055" name="MSIPCMContentMarking" descr="{&quot;HashCode&quot;:-1860332160,&quot;Placement&quot;:&quot;Header&quot;,&quot;Top&quot;:0.0,&quot;Left&quot;:323.954651,&quot;SlideWidth&quot;:780,&quot;SlideHeight&quot;:540}">
            <a:extLst>
              <a:ext uri="{FF2B5EF4-FFF2-40B4-BE49-F238E27FC236}">
                <a16:creationId xmlns:a16="http://schemas.microsoft.com/office/drawing/2014/main" id="{8835B768-5E9C-ABA3-F21F-0293A5BE7E32}"/>
              </a:ext>
            </a:extLst>
          </p:cNvPr>
          <p:cNvSpPr txBox="1">
            <a:spLocks noChangeArrowheads="1"/>
          </p:cNvSpPr>
          <p:nvPr userDrawn="1"/>
        </p:nvSpPr>
        <p:spPr bwMode="auto">
          <a:xfrm>
            <a:off x="4114800" y="0"/>
            <a:ext cx="1676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6720" r:id="rId1"/>
    <p:sldLayoutId id="2147486721" r:id="rId2"/>
    <p:sldLayoutId id="2147486722" r:id="rId3"/>
    <p:sldLayoutId id="2147486723" r:id="rId4"/>
    <p:sldLayoutId id="2147486724" r:id="rId5"/>
    <p:sldLayoutId id="2147486725" r:id="rId6"/>
    <p:sldLayoutId id="2147486726" r:id="rId7"/>
    <p:sldLayoutId id="2147486727" r:id="rId8"/>
    <p:sldLayoutId id="2147486728" r:id="rId9"/>
    <p:sldLayoutId id="2147486729" r:id="rId10"/>
    <p:sldLayoutId id="2147486730" r:id="rId11"/>
    <p:sldLayoutId id="2147486731" r:id="rId12"/>
    <p:sldLayoutId id="2147486732" r:id="rId13"/>
  </p:sldLayoutIdLst>
  <p:txStyles>
    <p:titleStyle>
      <a:lvl1pPr algn="l" rtl="0" eaLnBrk="0" fontAlgn="base" latinLnBrk="1"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228600" indent="-228600" algn="l" rtl="0" eaLnBrk="0" fontAlgn="base" latinLnBrk="1"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latinLnBrk="1"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latinLnBrk="1"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제목 개체 틀 1">
            <a:extLst>
              <a:ext uri="{FF2B5EF4-FFF2-40B4-BE49-F238E27FC236}">
                <a16:creationId xmlns:a16="http://schemas.microsoft.com/office/drawing/2014/main" id="{A2032868-FC08-6609-43F3-C2ACE043B75C}"/>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3075" name="텍스트 개체 틀 2">
            <a:extLst>
              <a:ext uri="{FF2B5EF4-FFF2-40B4-BE49-F238E27FC236}">
                <a16:creationId xmlns:a16="http://schemas.microsoft.com/office/drawing/2014/main" id="{635CF95E-F10A-DCC9-7B88-D79D5F78B8E5}"/>
              </a:ext>
            </a:extLst>
          </p:cNvPr>
          <p:cNvSpPr>
            <a:spLocks noGrp="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8E2EDB97-80C3-0A3C-6A8E-C7280D0BF9DB}"/>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ea typeface="굴림" panose="020B0600000101010101" pitchFamily="50" charset="-127"/>
              </a:defRPr>
            </a:lvl1pPr>
          </a:lstStyle>
          <a:p>
            <a:pPr>
              <a:defRPr/>
            </a:pPr>
            <a:fld id="{D697AF8D-FCD7-400D-9334-C727C81A1FD5}"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044E9691-0E3B-A0FB-DFAD-3641528D9A3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ea typeface="굴림" panose="020B0600000101010101" pitchFamily="50" charset="-127"/>
              </a:defRPr>
            </a:lvl1pPr>
          </a:lstStyle>
          <a:p>
            <a:pPr>
              <a:defRPr/>
            </a:pPr>
            <a:endParaRPr lang="ko-KR" altLang="en-US"/>
          </a:p>
        </p:txBody>
      </p:sp>
      <p:sp>
        <p:nvSpPr>
          <p:cNvPr id="6" name="슬라이드 번호 개체 틀 5">
            <a:extLst>
              <a:ext uri="{FF2B5EF4-FFF2-40B4-BE49-F238E27FC236}">
                <a16:creationId xmlns:a16="http://schemas.microsoft.com/office/drawing/2014/main" id="{4837C0F5-5E4D-B722-8735-B8379C98F38A}"/>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79CD453-25DF-4A05-ABDC-EC0FFD6EA958}" type="slidenum">
              <a:rPr lang="ko-KR" altLang="en-US"/>
              <a:pPr/>
              <a:t>‹#›</a:t>
            </a:fld>
            <a:endParaRPr lang="ko-KR" altLang="en-US"/>
          </a:p>
        </p:txBody>
      </p:sp>
      <p:sp>
        <p:nvSpPr>
          <p:cNvPr id="3079" name="MSIPCMContentMarking" descr="{&quot;HashCode&quot;:-1860332160,&quot;Placement&quot;:&quot;Header&quot;,&quot;Top&quot;:0.0,&quot;Left&quot;:323.954651,&quot;SlideWidth&quot;:780,&quot;SlideHeight&quot;:540}">
            <a:extLst>
              <a:ext uri="{FF2B5EF4-FFF2-40B4-BE49-F238E27FC236}">
                <a16:creationId xmlns:a16="http://schemas.microsoft.com/office/drawing/2014/main" id="{F0A1C847-C409-472D-C3C4-CFA4E7F1258E}"/>
              </a:ext>
            </a:extLst>
          </p:cNvPr>
          <p:cNvSpPr txBox="1">
            <a:spLocks noChangeArrowheads="1"/>
          </p:cNvSpPr>
          <p:nvPr userDrawn="1"/>
        </p:nvSpPr>
        <p:spPr bwMode="auto">
          <a:xfrm>
            <a:off x="4114800" y="0"/>
            <a:ext cx="1676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6733" r:id="rId1"/>
    <p:sldLayoutId id="2147486734" r:id="rId2"/>
    <p:sldLayoutId id="2147486735" r:id="rId3"/>
    <p:sldLayoutId id="2147486736" r:id="rId4"/>
    <p:sldLayoutId id="2147486737" r:id="rId5"/>
    <p:sldLayoutId id="2147486738" r:id="rId6"/>
    <p:sldLayoutId id="2147486739" r:id="rId7"/>
    <p:sldLayoutId id="2147486740" r:id="rId8"/>
    <p:sldLayoutId id="2147486741" r:id="rId9"/>
    <p:sldLayoutId id="2147486742" r:id="rId10"/>
    <p:sldLayoutId id="2147486743" r:id="rId11"/>
  </p:sldLayoutIdLst>
  <p:txStyles>
    <p:titleStyle>
      <a:lvl1pPr algn="l" rtl="0" eaLnBrk="0" fontAlgn="base" latinLnBrk="1"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228600" indent="-228600" algn="l" rtl="0" eaLnBrk="0" fontAlgn="base" latinLnBrk="1"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latinLnBrk="1"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latinLnBrk="1"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제목 개체 틀 1">
            <a:extLst>
              <a:ext uri="{FF2B5EF4-FFF2-40B4-BE49-F238E27FC236}">
                <a16:creationId xmlns:a16="http://schemas.microsoft.com/office/drawing/2014/main" id="{37772953-6284-18DA-61E4-107E5BA23F78}"/>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4099" name="텍스트 개체 틀 2">
            <a:extLst>
              <a:ext uri="{FF2B5EF4-FFF2-40B4-BE49-F238E27FC236}">
                <a16:creationId xmlns:a16="http://schemas.microsoft.com/office/drawing/2014/main" id="{404F4027-9412-3E15-F378-18733C1D5DE7}"/>
              </a:ext>
            </a:extLst>
          </p:cNvPr>
          <p:cNvSpPr>
            <a:spLocks noGrp="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80D35CF-19F2-D4B9-7A66-CF18B60D6D3F}"/>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ea typeface="굴림" panose="020B0600000101010101" pitchFamily="50" charset="-127"/>
              </a:defRPr>
            </a:lvl1pPr>
          </a:lstStyle>
          <a:p>
            <a:pPr>
              <a:defRPr/>
            </a:pPr>
            <a:fld id="{4317408B-CFC6-4B2D-A376-C997B56AF0A3}" type="datetimeFigureOut">
              <a:rPr lang="ko-KR" altLang="en-US"/>
              <a:pPr>
                <a:defRPr/>
              </a:pPr>
              <a:t>2026-10-25</a:t>
            </a:fld>
            <a:endParaRPr lang="ko-KR" altLang="en-US" dirty="0"/>
          </a:p>
        </p:txBody>
      </p:sp>
      <p:sp>
        <p:nvSpPr>
          <p:cNvPr id="5" name="바닥글 개체 틀 4">
            <a:extLst>
              <a:ext uri="{FF2B5EF4-FFF2-40B4-BE49-F238E27FC236}">
                <a16:creationId xmlns:a16="http://schemas.microsoft.com/office/drawing/2014/main" id="{4C81C722-0BD1-DB3D-6CD7-21513DB26BA8}"/>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ea typeface="굴림" panose="020B0600000101010101" pitchFamily="50" charset="-127"/>
              </a:defRPr>
            </a:lvl1pPr>
          </a:lstStyle>
          <a:p>
            <a:pPr>
              <a:defRPr/>
            </a:pPr>
            <a:endParaRPr lang="ko-KR" altLang="en-US"/>
          </a:p>
        </p:txBody>
      </p:sp>
      <p:sp>
        <p:nvSpPr>
          <p:cNvPr id="6" name="슬라이드 번호 개체 틀 5">
            <a:extLst>
              <a:ext uri="{FF2B5EF4-FFF2-40B4-BE49-F238E27FC236}">
                <a16:creationId xmlns:a16="http://schemas.microsoft.com/office/drawing/2014/main" id="{7F684299-0550-4C92-17DB-30ECF6B4B78E}"/>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D4387EF-35D9-43D4-9BDA-DAEC66F51F8E}" type="slidenum">
              <a:rPr lang="ko-KR" altLang="en-US"/>
              <a:pPr/>
              <a:t>‹#›</a:t>
            </a:fld>
            <a:endParaRPr lang="ko-KR" altLang="en-US"/>
          </a:p>
        </p:txBody>
      </p:sp>
      <p:sp>
        <p:nvSpPr>
          <p:cNvPr id="4103" name="MSIPCMContentMarking" descr="{&quot;HashCode&quot;:-1860332160,&quot;Placement&quot;:&quot;Header&quot;,&quot;Top&quot;:0.0,&quot;Left&quot;:323.954651,&quot;SlideWidth&quot;:780,&quot;SlideHeight&quot;:540}">
            <a:extLst>
              <a:ext uri="{FF2B5EF4-FFF2-40B4-BE49-F238E27FC236}">
                <a16:creationId xmlns:a16="http://schemas.microsoft.com/office/drawing/2014/main" id="{0049FE86-A254-C44B-A0D2-FABB85E84BCF}"/>
              </a:ext>
            </a:extLst>
          </p:cNvPr>
          <p:cNvSpPr txBox="1">
            <a:spLocks noChangeArrowheads="1"/>
          </p:cNvSpPr>
          <p:nvPr userDrawn="1"/>
        </p:nvSpPr>
        <p:spPr bwMode="auto">
          <a:xfrm>
            <a:off x="4114800" y="0"/>
            <a:ext cx="1676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6744" r:id="rId1"/>
    <p:sldLayoutId id="2147486745" r:id="rId2"/>
    <p:sldLayoutId id="2147486746" r:id="rId3"/>
    <p:sldLayoutId id="2147486747" r:id="rId4"/>
    <p:sldLayoutId id="2147486748" r:id="rId5"/>
    <p:sldLayoutId id="2147486749" r:id="rId6"/>
    <p:sldLayoutId id="2147486750" r:id="rId7"/>
    <p:sldLayoutId id="2147486751" r:id="rId8"/>
    <p:sldLayoutId id="2147486752" r:id="rId9"/>
    <p:sldLayoutId id="2147486753" r:id="rId10"/>
    <p:sldLayoutId id="2147486754" r:id="rId11"/>
  </p:sldLayoutIdLst>
  <p:txStyles>
    <p:titleStyle>
      <a:lvl1pPr algn="l" rtl="0" eaLnBrk="0" fontAlgn="base" latinLnBrk="1"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228600" indent="-228600" algn="l" rtl="0" eaLnBrk="0" fontAlgn="base" latinLnBrk="1"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latinLnBrk="1"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latinLnBrk="1"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MSIPCMContentMarking" descr="{&quot;HashCode&quot;:-1860332160,&quot;Placement&quot;:&quot;Header&quot;,&quot;Top&quot;:0.0,&quot;Left&quot;:323.954651,&quot;SlideWidth&quot;:780,&quot;SlideHeight&quot;:540}">
            <a:extLst>
              <a:ext uri="{FF2B5EF4-FFF2-40B4-BE49-F238E27FC236}">
                <a16:creationId xmlns:a16="http://schemas.microsoft.com/office/drawing/2014/main" id="{E8B93BFA-2DF6-97DD-3911-A6167EA6F2E0}"/>
              </a:ext>
            </a:extLst>
          </p:cNvPr>
          <p:cNvSpPr txBox="1">
            <a:spLocks noChangeArrowheads="1"/>
          </p:cNvSpPr>
          <p:nvPr userDrawn="1"/>
        </p:nvSpPr>
        <p:spPr bwMode="auto">
          <a:xfrm>
            <a:off x="4114800" y="0"/>
            <a:ext cx="1676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6755" r:id="rId1"/>
    <p:sldLayoutId id="2147486760" r:id="rId2"/>
    <p:sldLayoutId id="2147486761" r:id="rId3"/>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MSIPCMContentMarking" descr="{&quot;HashCode&quot;:-1860332160,&quot;Placement&quot;:&quot;Header&quot;,&quot;Top&quot;:0.0,&quot;Left&quot;:323.954651,&quot;SlideWidth&quot;:780,&quot;SlideHeight&quot;:540}">
            <a:extLst>
              <a:ext uri="{FF2B5EF4-FFF2-40B4-BE49-F238E27FC236}">
                <a16:creationId xmlns:a16="http://schemas.microsoft.com/office/drawing/2014/main" id="{EF9A19E8-8DEA-0DC1-7124-CF21EDBC753E}"/>
              </a:ext>
            </a:extLst>
          </p:cNvPr>
          <p:cNvSpPr txBox="1">
            <a:spLocks noChangeArrowheads="1"/>
          </p:cNvSpPr>
          <p:nvPr userDrawn="1"/>
        </p:nvSpPr>
        <p:spPr bwMode="auto">
          <a:xfrm>
            <a:off x="4114800" y="0"/>
            <a:ext cx="1676400"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ct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6762" r:id="rId1"/>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텍스트 개체 틀 10">
            <a:extLst>
              <a:ext uri="{FF2B5EF4-FFF2-40B4-BE49-F238E27FC236}">
                <a16:creationId xmlns:a16="http://schemas.microsoft.com/office/drawing/2014/main" id="{3861B112-B1FF-B538-C6EF-AB7AD7B56081}"/>
              </a:ext>
            </a:extLst>
          </p:cNvPr>
          <p:cNvSpPr>
            <a:spLocks noGrp="1"/>
          </p:cNvSpPr>
          <p:nvPr>
            <p:ph type="body" sz="quarter" idx="13"/>
          </p:nvPr>
        </p:nvSpPr>
        <p:spPr bwMode="auto">
          <a:xfrm>
            <a:off x="0" y="1052513"/>
            <a:ext cx="9906000" cy="720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marL="0" indent="0" eaLnBrk="1" hangingPunct="1">
              <a:spcBef>
                <a:spcPct val="0"/>
              </a:spcBef>
            </a:pPr>
            <a:r>
              <a:rPr lang="en-US" altLang="ko-KR">
                <a:solidFill>
                  <a:schemeClr val="tx2"/>
                </a:solidFill>
                <a:latin typeface="Arial" panose="020B0604020202020204" pitchFamily="34" charset="0"/>
                <a:ea typeface="맑은 고딕" panose="020B0503020000020004" pitchFamily="34" charset="-127"/>
                <a:cs typeface="Arial" panose="020B0604020202020204" pitchFamily="34" charset="0"/>
              </a:rPr>
              <a:t>Infinity IPTV Player</a:t>
            </a:r>
            <a:endParaRPr lang="ko-KR" altLang="en-US">
              <a:solidFill>
                <a:schemeClr val="tx2"/>
              </a:solidFill>
              <a:latin typeface="Arial" panose="020B0604020202020204" pitchFamily="34" charset="0"/>
              <a:ea typeface="맑은 고딕" panose="020B0503020000020004" pitchFamily="34" charset="-127"/>
              <a:cs typeface="Arial" panose="020B0604020202020204" pitchFamily="34" charset="0"/>
            </a:endParaRPr>
          </a:p>
        </p:txBody>
      </p:sp>
      <p:sp>
        <p:nvSpPr>
          <p:cNvPr id="16387" name="텍스트 개체 틀 7">
            <a:extLst>
              <a:ext uri="{FF2B5EF4-FFF2-40B4-BE49-F238E27FC236}">
                <a16:creationId xmlns:a16="http://schemas.microsoft.com/office/drawing/2014/main" id="{40DCEE06-2037-E136-DCBF-18582C67E071}"/>
              </a:ext>
            </a:extLst>
          </p:cNvPr>
          <p:cNvSpPr txBox="1">
            <a:spLocks/>
          </p:cNvSpPr>
          <p:nvPr/>
        </p:nvSpPr>
        <p:spPr bwMode="auto">
          <a:xfrm>
            <a:off x="273050" y="188913"/>
            <a:ext cx="44640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0" anchor="ctr"/>
          <a:lstStyle>
            <a:lvl1pPr marL="342900" indent="-342900">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1">
              <a:spcBef>
                <a:spcPct val="20000"/>
              </a:spcBef>
            </a:pPr>
            <a:r>
              <a:rPr kumimoji="1" lang="en-US" altLang="ko-KR" sz="1500">
                <a:latin typeface="Arial" panose="020B0604020202020204" pitchFamily="34" charset="0"/>
                <a:ea typeface="맑은 고딕" panose="020B0503020000020004" pitchFamily="34" charset="-127"/>
                <a:cs typeface="Arial" panose="020B0604020202020204" pitchFamily="34" charset="0"/>
              </a:rPr>
              <a:t>UX Scenario Document File Version 4.4</a:t>
            </a:r>
            <a:endParaRPr kumimoji="1" lang="ko-KR" altLang="en-US" sz="1500">
              <a:latin typeface="Arial" panose="020B0604020202020204" pitchFamily="34" charset="0"/>
              <a:ea typeface="맑은 고딕" panose="020B0503020000020004" pitchFamily="34" charset="-127"/>
              <a:cs typeface="Arial" panose="020B0604020202020204" pitchFamily="34" charset="0"/>
            </a:endParaRPr>
          </a:p>
        </p:txBody>
      </p:sp>
      <p:graphicFrame>
        <p:nvGraphicFramePr>
          <p:cNvPr id="13" name="표 12">
            <a:extLst>
              <a:ext uri="{FF2B5EF4-FFF2-40B4-BE49-F238E27FC236}">
                <a16:creationId xmlns:a16="http://schemas.microsoft.com/office/drawing/2014/main" id="{C2D757CB-5BD2-515C-461B-64811BCE1356}"/>
              </a:ext>
            </a:extLst>
          </p:cNvPr>
          <p:cNvGraphicFramePr>
            <a:graphicFrameLocks noGrp="1"/>
          </p:cNvGraphicFramePr>
          <p:nvPr>
            <p:extLst>
              <p:ext uri="{D42A27DB-BD31-4B8C-83A1-F6EECF244321}">
                <p14:modId xmlns:p14="http://schemas.microsoft.com/office/powerpoint/2010/main" val="28271106"/>
              </p:ext>
            </p:extLst>
          </p:nvPr>
        </p:nvGraphicFramePr>
        <p:xfrm>
          <a:off x="4521200" y="4797425"/>
          <a:ext cx="4932363" cy="1493838"/>
        </p:xfrm>
        <a:graphic>
          <a:graphicData uri="http://schemas.openxmlformats.org/drawingml/2006/table">
            <a:tbl>
              <a:tblPr firstRow="1" bandRow="1">
                <a:tableStyleId>{5C22544A-7EE6-4342-B048-85BDC9FD1C3A}</a:tableStyleId>
              </a:tblPr>
              <a:tblGrid>
                <a:gridCol w="1836135">
                  <a:extLst>
                    <a:ext uri="{9D8B030D-6E8A-4147-A177-3AD203B41FA5}">
                      <a16:colId xmlns:a16="http://schemas.microsoft.com/office/drawing/2014/main" val="20000"/>
                    </a:ext>
                  </a:extLst>
                </a:gridCol>
                <a:gridCol w="3096228">
                  <a:extLst>
                    <a:ext uri="{9D8B030D-6E8A-4147-A177-3AD203B41FA5}">
                      <a16:colId xmlns:a16="http://schemas.microsoft.com/office/drawing/2014/main" val="20001"/>
                    </a:ext>
                  </a:extLst>
                </a:gridCol>
              </a:tblGrid>
              <a:tr h="335351">
                <a:tc>
                  <a:txBody>
                    <a:bodyPr/>
                    <a:lstStyle/>
                    <a:p>
                      <a:pPr algn="r" latinLnBrk="1"/>
                      <a:r>
                        <a:rPr lang="en-US" altLang="ko-KR" sz="1600" b="1" dirty="0">
                          <a:solidFill>
                            <a:schemeClr val="tx1"/>
                          </a:solidFill>
                          <a:latin typeface="Arial" pitchFamily="34" charset="0"/>
                          <a:ea typeface="맑은 고딕" pitchFamily="50" charset="-127"/>
                          <a:cs typeface="Arial" pitchFamily="34" charset="0"/>
                        </a:rPr>
                        <a:t>Submission Date</a:t>
                      </a:r>
                      <a:endParaRPr lang="ko-KR" altLang="en-US" sz="1600" b="1" dirty="0">
                        <a:solidFill>
                          <a:schemeClr val="tx1"/>
                        </a:solidFill>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atinLnBrk="1"/>
                      <a:r>
                        <a:rPr lang="en-US" altLang="ko-KR" sz="1600" b="0" i="1">
                          <a:solidFill>
                            <a:schemeClr val="tx1"/>
                          </a:solidFill>
                          <a:latin typeface="Arial" pitchFamily="34" charset="0"/>
                          <a:cs typeface="Arial" pitchFamily="34" charset="0"/>
                        </a:rPr>
                        <a:t>2026 / 10 / 25</a:t>
                      </a:r>
                      <a:endParaRPr lang="ko-KR" altLang="en-US" sz="1600" b="0" i="1" dirty="0">
                        <a:solidFill>
                          <a:schemeClr val="tx1"/>
                        </a:solidFill>
                        <a:latin typeface="Arial" pitchFamily="34" charset="0"/>
                        <a:cs typeface="Arial" pitchFamily="34" charset="0"/>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335351">
                <a:tc>
                  <a:txBody>
                    <a:bodyPr/>
                    <a:lstStyle/>
                    <a:p>
                      <a:pPr algn="r" latinLnBrk="1"/>
                      <a:r>
                        <a:rPr lang="en-US" altLang="ko-KR" sz="1600" b="1" dirty="0">
                          <a:solidFill>
                            <a:schemeClr val="tx1"/>
                          </a:solidFill>
                          <a:latin typeface="Arial" pitchFamily="34" charset="0"/>
                          <a:ea typeface="맑은 고딕" pitchFamily="50" charset="-127"/>
                          <a:cs typeface="Arial" pitchFamily="34" charset="0"/>
                        </a:rPr>
                        <a:t>App Ver.</a:t>
                      </a:r>
                      <a:endParaRPr lang="ko-KR" altLang="en-US" sz="1600" b="1" dirty="0">
                        <a:solidFill>
                          <a:schemeClr val="tx1"/>
                        </a:solidFill>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atinLnBrk="1"/>
                      <a:r>
                        <a:rPr lang="en-US" altLang="ko-KR" sz="1600" b="0" i="1">
                          <a:solidFill>
                            <a:schemeClr val="tx1"/>
                          </a:solidFill>
                          <a:latin typeface="Arial" pitchFamily="34" charset="0"/>
                          <a:cs typeface="Arial" pitchFamily="34" charset="0"/>
                        </a:rPr>
                        <a:t>1.0.0</a:t>
                      </a:r>
                      <a:endParaRPr lang="ko-KR" altLang="en-US" sz="1600" b="0" i="1" dirty="0">
                        <a:solidFill>
                          <a:schemeClr val="tx1"/>
                        </a:solidFill>
                        <a:latin typeface="Arial" pitchFamily="34" charset="0"/>
                        <a:cs typeface="Arial" pitchFamily="34" charset="0"/>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823136">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r>
                        <a:rPr lang="en-US" altLang="ko-KR" sz="1600" b="1" dirty="0">
                          <a:solidFill>
                            <a:schemeClr val="tx1"/>
                          </a:solidFill>
                          <a:latin typeface="Arial" pitchFamily="34" charset="0"/>
                          <a:ea typeface="맑은 고딕" pitchFamily="50" charset="-127"/>
                          <a:cs typeface="Arial" pitchFamily="34" charset="0"/>
                        </a:rPr>
                        <a:t>App Developer</a:t>
                      </a:r>
                      <a:endParaRPr lang="ko-KR" altLang="en-US" sz="1600" b="1" dirty="0">
                        <a:solidFill>
                          <a:schemeClr val="tx1"/>
                        </a:solidFill>
                        <a:latin typeface="Arial" pitchFamily="34" charset="0"/>
                        <a:ea typeface="맑은 고딕" pitchFamily="50" charset="-127"/>
                        <a:cs typeface="Arial" pitchFamily="34" charset="0"/>
                      </a:endParaRPr>
                    </a:p>
                    <a:p>
                      <a:pPr algn="r" latinLnBrk="1"/>
                      <a:endParaRPr lang="ko-KR" altLang="en-US" sz="1600" b="1" dirty="0">
                        <a:solidFill>
                          <a:schemeClr val="tx1"/>
                        </a:solidFill>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atinLnBrk="1"/>
                      <a:r>
                        <a:rPr lang="en-US" altLang="ko-KR" sz="1600" b="0" i="1">
                          <a:latin typeface="Arial" pitchFamily="34" charset="0"/>
                          <a:cs typeface="Arial" pitchFamily="34" charset="0"/>
                        </a:rPr>
                        <a:t>Name: Asheesh Sahu
E-mail: asheeshsahu7300@gmail.com</a:t>
                      </a:r>
                      <a:endParaRPr lang="ko-KR" altLang="en-US" sz="1600" b="0" i="1" dirty="0">
                        <a:latin typeface="Arial" pitchFamily="34" charset="0"/>
                        <a:cs typeface="Arial" pitchFamily="34" charset="0"/>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9">
            <a:extLst>
              <a:ext uri="{FF2B5EF4-FFF2-40B4-BE49-F238E27FC236}">
                <a16:creationId xmlns:a16="http://schemas.microsoft.com/office/drawing/2014/main" id="{AEED5758-C5DC-3067-45DE-9818C1E1B0A3}"/>
              </a:ext>
            </a:extLst>
          </p:cNvPr>
          <p:cNvSpPr>
            <a:spLocks noChangeArrowheads="1"/>
          </p:cNvSpPr>
          <p:nvPr/>
        </p:nvSpPr>
        <p:spPr bwMode="auto">
          <a:xfrm>
            <a:off x="2289175" y="2409825"/>
            <a:ext cx="4895850" cy="2879725"/>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ko-KR" altLang="en-US">
              <a:latin typeface="Arial" panose="020B0604020202020204" pitchFamily="34" charset="0"/>
              <a:cs typeface="Arial" panose="020B0604020202020204" pitchFamily="34" charset="0"/>
            </a:endParaRPr>
          </a:p>
        </p:txBody>
      </p:sp>
      <p:sp>
        <p:nvSpPr>
          <p:cNvPr id="17" name="텍스트 개체 틀 16">
            <a:extLst>
              <a:ext uri="{FF2B5EF4-FFF2-40B4-BE49-F238E27FC236}">
                <a16:creationId xmlns:a16="http://schemas.microsoft.com/office/drawing/2014/main" id="{2260EDA8-C877-501B-3B30-ACFD25FA9963}"/>
              </a:ext>
            </a:extLst>
          </p:cNvPr>
          <p:cNvSpPr>
            <a:spLocks noGrp="1"/>
          </p:cNvSpPr>
          <p:nvPr>
            <p:ph type="body" sz="quarter" idx="13"/>
          </p:nvPr>
        </p:nvSpPr>
        <p:spPr>
          <a:xfrm>
            <a:off x="3008313" y="1484313"/>
            <a:ext cx="4032250" cy="523875"/>
          </a:xfrm>
        </p:spPr>
        <p:txBody>
          <a:bodyPr/>
          <a:lstStyle/>
          <a:p>
            <a:pPr>
              <a:defRPr/>
            </a:pPr>
            <a:r>
              <a:rPr lang="en-US" altLang="ko-KR" sz="2800">
                <a:latin typeface="Arial" pitchFamily="34" charset="0"/>
                <a:ea typeface="돋움" pitchFamily="50" charset="-127"/>
                <a:cs typeface="Arial" pitchFamily="34" charset="0"/>
              </a:rPr>
              <a:t>Table of Contents</a:t>
            </a:r>
            <a:endParaRPr sz="2800">
              <a:latin typeface="Arial" pitchFamily="34" charset="0"/>
              <a:cs typeface="Arial" pitchFamily="34" charset="0"/>
            </a:endParaRPr>
          </a:p>
        </p:txBody>
      </p:sp>
      <p:sp>
        <p:nvSpPr>
          <p:cNvPr id="18436" name="텍스트 개체 틀 16">
            <a:extLst>
              <a:ext uri="{FF2B5EF4-FFF2-40B4-BE49-F238E27FC236}">
                <a16:creationId xmlns:a16="http://schemas.microsoft.com/office/drawing/2014/main" id="{0CEDB24C-066F-1796-0EDF-EFEB348EB0E4}"/>
              </a:ext>
            </a:extLst>
          </p:cNvPr>
          <p:cNvSpPr txBox="1">
            <a:spLocks noChangeArrowheads="1"/>
          </p:cNvSpPr>
          <p:nvPr/>
        </p:nvSpPr>
        <p:spPr bwMode="auto">
          <a:xfrm>
            <a:off x="3584575" y="2563813"/>
            <a:ext cx="381635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1">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1. Basic Information
2. Document History
3. Page Description (Application Overview)
4. Detailed Login &amp; Portal Setup Information
5. Main Page Description (Dashboard)
6. Sub Page Description (Live TV, VOD, Series, Player, Settings)
7. Paid Content (Not Applicable)
8. In-App Ad (Not Applicable)
[Appendix] Remote Control Key Mapping &amp; QA Notes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a:extLst>
              <a:ext uri="{FF2B5EF4-FFF2-40B4-BE49-F238E27FC236}">
                <a16:creationId xmlns:a16="http://schemas.microsoft.com/office/drawing/2014/main" id="{02254A22-8D97-54F0-06C6-79E518CEF07C}"/>
              </a:ext>
            </a:extLst>
          </p:cNvPr>
          <p:cNvGraphicFramePr>
            <a:graphicFrameLocks noGrp="1"/>
          </p:cNvGraphicFramePr>
          <p:nvPr>
            <p:extLst>
              <p:ext uri="{D42A27DB-BD31-4B8C-83A1-F6EECF244321}">
                <p14:modId xmlns:p14="http://schemas.microsoft.com/office/powerpoint/2010/main" val="1956047782"/>
              </p:ext>
            </p:extLst>
          </p:nvPr>
        </p:nvGraphicFramePr>
        <p:xfrm>
          <a:off x="200025" y="668281"/>
          <a:ext cx="9577388" cy="5613040"/>
        </p:xfrm>
        <a:graphic>
          <a:graphicData uri="http://schemas.openxmlformats.org/drawingml/2006/table">
            <a:tbl>
              <a:tblPr firstRow="1" bandRow="1">
                <a:tableStyleId>{5C22544A-7EE6-4342-B048-85BDC9FD1C3A}</a:tableStyleId>
              </a:tblPr>
              <a:tblGrid>
                <a:gridCol w="1296188">
                  <a:extLst>
                    <a:ext uri="{9D8B030D-6E8A-4147-A177-3AD203B41FA5}">
                      <a16:colId xmlns:a16="http://schemas.microsoft.com/office/drawing/2014/main" val="20000"/>
                    </a:ext>
                  </a:extLst>
                </a:gridCol>
                <a:gridCol w="2232651">
                  <a:extLst>
                    <a:ext uri="{9D8B030D-6E8A-4147-A177-3AD203B41FA5}">
                      <a16:colId xmlns:a16="http://schemas.microsoft.com/office/drawing/2014/main" val="20001"/>
                    </a:ext>
                  </a:extLst>
                </a:gridCol>
                <a:gridCol w="2967170">
                  <a:extLst>
                    <a:ext uri="{9D8B030D-6E8A-4147-A177-3AD203B41FA5}">
                      <a16:colId xmlns:a16="http://schemas.microsoft.com/office/drawing/2014/main" val="20002"/>
                    </a:ext>
                  </a:extLst>
                </a:gridCol>
                <a:gridCol w="3081379">
                  <a:extLst>
                    <a:ext uri="{9D8B030D-6E8A-4147-A177-3AD203B41FA5}">
                      <a16:colId xmlns:a16="http://schemas.microsoft.com/office/drawing/2014/main" val="20003"/>
                    </a:ext>
                  </a:extLst>
                </a:gridCol>
              </a:tblGrid>
              <a:tr h="307695">
                <a:tc>
                  <a:txBody>
                    <a:bodyPr/>
                    <a:lstStyle/>
                    <a:p>
                      <a:pPr marL="228600" marR="0" indent="-228600" algn="ctr" defTabSz="914400" rtl="0" eaLnBrk="1" fontAlgn="auto" latinLnBrk="1" hangingPunct="1">
                        <a:lnSpc>
                          <a:spcPct val="100000"/>
                        </a:lnSpc>
                        <a:spcBef>
                          <a:spcPts val="0"/>
                        </a:spcBef>
                        <a:spcAft>
                          <a:spcPts val="0"/>
                        </a:spcAft>
                        <a:buClrTx/>
                        <a:buSzTx/>
                        <a:buFont typeface="+mj-lt"/>
                        <a:buNone/>
                        <a:tabLst/>
                        <a:defRPr/>
                      </a:pPr>
                      <a:r>
                        <a:rPr lang="en-US" altLang="ko-KR"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Category</a:t>
                      </a:r>
                      <a:endParaRPr lang="ko-KR" altLang="en-US"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tc>
                  <a:txBody>
                    <a:bodyPr/>
                    <a:lstStyle/>
                    <a:p>
                      <a:pPr marL="228600" marR="0" indent="-228600" algn="ctr" defTabSz="914400" rtl="0" eaLnBrk="1" fontAlgn="auto" latinLnBrk="1" hangingPunct="1">
                        <a:lnSpc>
                          <a:spcPct val="100000"/>
                        </a:lnSpc>
                        <a:spcBef>
                          <a:spcPts val="0"/>
                        </a:spcBef>
                        <a:spcAft>
                          <a:spcPts val="0"/>
                        </a:spcAft>
                        <a:buClrTx/>
                        <a:buSzTx/>
                        <a:buFont typeface="+mj-lt"/>
                        <a:buNone/>
                        <a:tabLst/>
                        <a:defRPr/>
                      </a:pPr>
                      <a:r>
                        <a:rPr lang="en-US" altLang="ko-KR"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Items</a:t>
                      </a:r>
                      <a:endParaRPr lang="ko-KR" altLang="en-US"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i="0" kern="1200" baseline="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Infinity IPTV Player</a:t>
                      </a:r>
                      <a:endParaRPr lang="ko-KR" altLang="en-US" sz="1200" b="1" i="0" kern="1200" baseline="0"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Example</a:t>
                      </a:r>
                      <a:endParaRPr lang="ko-KR" altLang="en-US"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10000"/>
                  </a:ext>
                </a:extLst>
              </a:tr>
              <a:tr h="237905">
                <a:tc rowSpan="11">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App</a:t>
                      </a:r>
                      <a:r>
                        <a:rPr lang="en-US" altLang="ko-KR" sz="1000" b="1" baseline="0" dirty="0">
                          <a:solidFill>
                            <a:schemeClr val="tx1"/>
                          </a:solidFill>
                          <a:latin typeface="Arial" pitchFamily="34" charset="0"/>
                          <a:ea typeface="맑은 고딕" pitchFamily="50" charset="-127"/>
                          <a:cs typeface="Arial" pitchFamily="34" charset="0"/>
                        </a:rPr>
                        <a:t> </a:t>
                      </a:r>
                      <a:r>
                        <a:rPr lang="en-US" altLang="ko-KR" sz="1000" b="1" dirty="0">
                          <a:solidFill>
                            <a:schemeClr val="tx1"/>
                          </a:solidFill>
                          <a:latin typeface="Arial" pitchFamily="34" charset="0"/>
                          <a:ea typeface="맑은 고딕" pitchFamily="50" charset="-127"/>
                          <a:cs typeface="Arial" pitchFamily="34" charset="0"/>
                        </a:rPr>
                        <a:t>Information</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App Title</a:t>
                      </a:r>
                      <a:endParaRPr lang="ko-KR" altLang="en-US" sz="1000" b="1">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Entertainment</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1"/>
                  </a:ext>
                </a:extLst>
              </a:tr>
              <a:tr h="237905">
                <a:tc vMerge="1">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endParaRPr lang="ko-KR" altLang="en-US" sz="1000" b="1"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Category</a:t>
                      </a: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Web App (.ipk packaged)</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Entertainment</a:t>
                      </a:r>
                      <a:r>
                        <a:rPr lang="en-US" altLang="ko-KR" sz="1000" b="0" baseline="0" dirty="0">
                          <a:solidFill>
                            <a:schemeClr val="tx1"/>
                          </a:solidFill>
                          <a:latin typeface="Arial" pitchFamily="34" charset="0"/>
                          <a:ea typeface="맑은 고딕" pitchFamily="50" charset="-127"/>
                          <a:cs typeface="Arial" pitchFamily="34" charset="0"/>
                        </a:rPr>
                        <a:t> / Game / Life</a:t>
                      </a:r>
                      <a:endParaRPr lang="ko-KR" altLang="en-US" sz="1000" b="0" i="1" u="sng">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2"/>
                  </a:ext>
                </a:extLst>
              </a:tr>
              <a:tr h="237905">
                <a:tc vMerge="1">
                  <a:txBody>
                    <a:bodyPr/>
                    <a:lstStyle/>
                    <a:p>
                      <a:pPr marL="228600" indent="-228600" algn="l" latinLnBrk="1">
                        <a:buFont typeface="+mj-lt"/>
                        <a:buNone/>
                      </a:pPr>
                      <a:endParaRPr lang="ko-KR" altLang="en-US" sz="1000" b="1"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1">
                        <a:buFont typeface="+mj-lt"/>
                        <a:buNone/>
                      </a:pPr>
                      <a:r>
                        <a:rPr lang="en-US" altLang="ko-KR" sz="1000" b="1" dirty="0">
                          <a:solidFill>
                            <a:schemeClr val="tx1"/>
                          </a:solidFill>
                          <a:latin typeface="Arial" pitchFamily="34" charset="0"/>
                          <a:ea typeface="맑은 고딕" pitchFamily="50" charset="-127"/>
                          <a:cs typeface="Arial" pitchFamily="34" charset="0"/>
                        </a:rPr>
                        <a:t>File Type</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1920*1080 (Full HD)</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Web / Adobe Flash /</a:t>
                      </a:r>
                      <a:r>
                        <a:rPr lang="en-US" altLang="ko-KR" sz="1000" b="0" baseline="0" dirty="0">
                          <a:solidFill>
                            <a:schemeClr val="tx1"/>
                          </a:solidFill>
                          <a:latin typeface="Arial" pitchFamily="34" charset="0"/>
                          <a:ea typeface="맑은 고딕" pitchFamily="50" charset="-127"/>
                          <a:cs typeface="Arial" pitchFamily="34" charset="0"/>
                        </a:rPr>
                        <a:t> Native</a:t>
                      </a:r>
                      <a:r>
                        <a:rPr lang="en-US" altLang="ko-KR" sz="1000" b="0" kern="1200" baseline="0" dirty="0">
                          <a:solidFill>
                            <a:schemeClr val="tx1"/>
                          </a:solidFill>
                          <a:latin typeface="Arial" pitchFamily="34" charset="0"/>
                          <a:ea typeface="맑은 고딕" pitchFamily="50" charset="-127"/>
                          <a:cs typeface="Arial" pitchFamily="34" charset="0"/>
                        </a:rPr>
                        <a:t> App</a:t>
                      </a:r>
                      <a:endParaRPr lang="ko-KR" altLang="en-US" sz="1000" b="0" i="1" u="sng">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3"/>
                  </a:ext>
                </a:extLst>
              </a:tr>
              <a:tr h="237905">
                <a:tc vMerge="1">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endParaRPr lang="en-US" altLang="ko-KR" sz="1000" b="1"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Optimized Resolution</a:t>
                      </a:r>
                      <a:endParaRPr lang="ko-KR" altLang="en-US" sz="1000" b="1">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Global</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1280*720 / 1910*1080</a:t>
                      </a:r>
                      <a:endParaRPr lang="ko-KR" altLang="en-US" sz="1000" b="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4"/>
                  </a:ext>
                </a:extLst>
              </a:tr>
              <a:tr h="237905">
                <a:tc vMerge="1">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endParaRPr lang="en-US" altLang="ko-KR" sz="1000" b="1" dirty="0">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Service</a:t>
                      </a:r>
                      <a:r>
                        <a:rPr lang="en-US" altLang="ko-KR" sz="1000" b="1" baseline="0" dirty="0">
                          <a:solidFill>
                            <a:schemeClr val="tx1"/>
                          </a:solidFill>
                          <a:latin typeface="Arial" pitchFamily="34" charset="0"/>
                          <a:ea typeface="맑은 고딕" pitchFamily="50" charset="-127"/>
                          <a:cs typeface="Arial" pitchFamily="34" charset="0"/>
                        </a:rPr>
                        <a:t> Area Information</a:t>
                      </a:r>
                      <a:endParaRPr lang="en-US" altLang="ko-KR"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English</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Global</a:t>
                      </a:r>
                      <a:r>
                        <a:rPr lang="en-US" altLang="ko-KR" sz="1000" b="0" baseline="0" dirty="0">
                          <a:solidFill>
                            <a:schemeClr val="tx1"/>
                          </a:solidFill>
                          <a:latin typeface="Arial" pitchFamily="34" charset="0"/>
                          <a:ea typeface="맑은 고딕" pitchFamily="50" charset="-127"/>
                          <a:cs typeface="Arial" pitchFamily="34" charset="0"/>
                        </a:rPr>
                        <a:t> / </a:t>
                      </a:r>
                      <a:r>
                        <a:rPr lang="en-US" altLang="ko-KR" sz="1000" b="0" dirty="0">
                          <a:solidFill>
                            <a:schemeClr val="tx1"/>
                          </a:solidFill>
                          <a:latin typeface="Arial" pitchFamily="34" charset="0"/>
                          <a:ea typeface="맑은 고딕" pitchFamily="50" charset="-127"/>
                          <a:cs typeface="Arial" pitchFamily="34" charset="0"/>
                        </a:rPr>
                        <a:t>KR,</a:t>
                      </a:r>
                      <a:r>
                        <a:rPr lang="en-US" altLang="ko-KR" sz="1000" b="0" baseline="0" dirty="0">
                          <a:solidFill>
                            <a:schemeClr val="tx1"/>
                          </a:solidFill>
                          <a:latin typeface="Arial" pitchFamily="34" charset="0"/>
                          <a:ea typeface="맑은 고딕" pitchFamily="50" charset="-127"/>
                          <a:cs typeface="Arial" pitchFamily="34" charset="0"/>
                        </a:rPr>
                        <a:t> US</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5"/>
                  </a:ext>
                </a:extLst>
              </a:tr>
              <a:tr h="237905">
                <a:tc vMerge="1">
                  <a:txBody>
                    <a:bodyPr/>
                    <a:lstStyle/>
                    <a:p>
                      <a:pPr marL="228600" indent="-228600" algn="l" latinLnBrk="1">
                        <a:buFont typeface="+mj-lt"/>
                        <a:buNone/>
                      </a:pPr>
                      <a:endParaRPr lang="ko-KR" altLang="en-US" sz="1000" b="1"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1">
                        <a:buFont typeface="+mj-lt"/>
                        <a:buNone/>
                      </a:pPr>
                      <a:r>
                        <a:rPr lang="en-US" altLang="ko-KR" sz="1000" b="1" dirty="0">
                          <a:solidFill>
                            <a:schemeClr val="tx1"/>
                          </a:solidFill>
                          <a:latin typeface="Arial" pitchFamily="34" charset="0"/>
                          <a:ea typeface="맑은 고딕" pitchFamily="50" charset="-127"/>
                          <a:cs typeface="Arial" pitchFamily="34" charset="0"/>
                        </a:rPr>
                        <a:t>App Service Language</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No</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English,</a:t>
                      </a:r>
                      <a:r>
                        <a:rPr lang="en-US" altLang="ko-KR" sz="1000" b="0" baseline="0" dirty="0">
                          <a:solidFill>
                            <a:schemeClr val="tx1"/>
                          </a:solidFill>
                          <a:latin typeface="Arial" pitchFamily="34" charset="0"/>
                          <a:ea typeface="맑은 고딕" pitchFamily="50" charset="-127"/>
                          <a:cs typeface="Arial" pitchFamily="34" charset="0"/>
                        </a:rPr>
                        <a:t> Spanish</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6"/>
                  </a:ext>
                </a:extLst>
              </a:tr>
              <a:tr h="237905">
                <a:tc vMerge="1">
                  <a:txBody>
                    <a:bodyPr/>
                    <a:lstStyle/>
                    <a:p>
                      <a:pPr marL="228600" indent="-228600" algn="l" latinLnBrk="1">
                        <a:buFont typeface="+mj-lt"/>
                        <a:buNone/>
                      </a:pPr>
                      <a:endParaRPr lang="ko-KR" altLang="en-US" sz="1000" b="1"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1">
                        <a:buFont typeface="+mj-lt"/>
                        <a:buNone/>
                      </a:pPr>
                      <a:r>
                        <a:rPr lang="en-US" altLang="ko-KR" sz="1000" b="1" kern="0" dirty="0">
                          <a:solidFill>
                            <a:schemeClr val="tx1"/>
                          </a:solidFill>
                          <a:latin typeface="Arial" pitchFamily="34" charset="0"/>
                          <a:ea typeface="+mn-ea"/>
                          <a:cs typeface="Arial" pitchFamily="34" charset="0"/>
                        </a:rPr>
                        <a:t>Geo-IP Block</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webOS (3.5 - 25.0)</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Yes / No</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7"/>
                  </a:ext>
                </a:extLst>
              </a:tr>
              <a:tr h="237905">
                <a:tc vMerge="1">
                  <a:txBody>
                    <a:bodyPr/>
                    <a:lstStyle/>
                    <a:p>
                      <a:pPr marL="228600" indent="-228600" algn="l" latinLnBrk="1">
                        <a:buFont typeface="+mj-lt"/>
                        <a:buNone/>
                      </a:pPr>
                      <a:endParaRPr lang="ko-KR" altLang="en-US" sz="1000" b="1" i="1" u="sng"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1">
                        <a:buFont typeface="+mj-lt"/>
                        <a:buNone/>
                      </a:pPr>
                      <a:r>
                        <a:rPr lang="en-US" altLang="ko-KR" sz="1000" b="1" i="0" u="none" dirty="0">
                          <a:solidFill>
                            <a:schemeClr val="tx1"/>
                          </a:solidFill>
                          <a:latin typeface="Arial" pitchFamily="34" charset="0"/>
                          <a:ea typeface="맑은 고딕" pitchFamily="50" charset="-127"/>
                          <a:cs typeface="Arial" pitchFamily="34" charset="0"/>
                        </a:rPr>
                        <a:t>SDK</a:t>
                      </a:r>
                      <a:r>
                        <a:rPr lang="en-US" altLang="ko-KR" sz="1000" b="1" i="0" u="none" baseline="0" dirty="0">
                          <a:solidFill>
                            <a:schemeClr val="tx1"/>
                          </a:solidFill>
                          <a:latin typeface="Arial" pitchFamily="34" charset="0"/>
                          <a:ea typeface="맑은 고딕" pitchFamily="50" charset="-127"/>
                          <a:cs typeface="Arial" pitchFamily="34" charset="0"/>
                        </a:rPr>
                        <a:t> Version</a:t>
                      </a:r>
                      <a:endParaRPr lang="ko-KR" altLang="en-US" sz="1000" b="1" i="0" u="none"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IN" altLang="ko-KR" sz="1000" b="1" i="0" kern="1200" baseline="0">
                          <a:solidFill>
                            <a:schemeClr val="tx1"/>
                          </a:solidFill>
                          <a:latin typeface="Arial" pitchFamily="34" charset="0"/>
                          <a:ea typeface="맑은 고딕" pitchFamily="50" charset="-127"/>
                          <a:cs typeface="Arial" pitchFamily="34" charset="0"/>
                        </a:rPr>
                        <a:t>Not Applicable</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NetCast (XX. XX. XXX)</a:t>
                      </a:r>
                      <a:r>
                        <a:rPr lang="en-US" altLang="ko-KR" sz="1000" b="0" baseline="0" dirty="0">
                          <a:solidFill>
                            <a:schemeClr val="tx1"/>
                          </a:solidFill>
                          <a:latin typeface="Arial" pitchFamily="34" charset="0"/>
                          <a:ea typeface="맑은 고딕" pitchFamily="50" charset="-127"/>
                          <a:cs typeface="Arial" pitchFamily="34" charset="0"/>
                        </a:rPr>
                        <a:t> / </a:t>
                      </a:r>
                      <a:r>
                        <a:rPr lang="en-US" altLang="ko-KR" sz="1000" b="0" baseline="0" dirty="0" err="1">
                          <a:solidFill>
                            <a:schemeClr val="tx1"/>
                          </a:solidFill>
                          <a:latin typeface="Arial" pitchFamily="34" charset="0"/>
                          <a:ea typeface="맑은 고딕" pitchFamily="50" charset="-127"/>
                          <a:cs typeface="Arial" pitchFamily="34" charset="0"/>
                        </a:rPr>
                        <a:t>webOS</a:t>
                      </a:r>
                      <a:r>
                        <a:rPr lang="en-US" altLang="ko-KR" sz="1000" b="0" baseline="0" dirty="0">
                          <a:solidFill>
                            <a:schemeClr val="tx1"/>
                          </a:solidFill>
                          <a:latin typeface="Arial" pitchFamily="34" charset="0"/>
                          <a:ea typeface="맑은 고딕" pitchFamily="50" charset="-127"/>
                          <a:cs typeface="Arial" pitchFamily="34" charset="0"/>
                        </a:rPr>
                        <a:t> (X. X. X)</a:t>
                      </a:r>
                      <a:endParaRPr lang="ko-KR" altLang="en-US" sz="1000" b="0" i="1" u="sng"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8"/>
                  </a:ext>
                </a:extLst>
              </a:tr>
              <a:tr h="237905">
                <a:tc vMerge="1">
                  <a:txBody>
                    <a:bodyPr/>
                    <a:lstStyle/>
                    <a:p>
                      <a:pPr algn="l" latinLnBrk="1"/>
                      <a:endParaRPr lang="ko-KR" altLang="en-US" sz="1000" b="0"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1"/>
                      <a:r>
                        <a:rPr lang="en-US" altLang="ko-KR" sz="1000" b="1" baseline="0" dirty="0">
                          <a:solidFill>
                            <a:schemeClr val="tx1"/>
                          </a:solidFill>
                          <a:latin typeface="Arial" pitchFamily="34" charset="0"/>
                          <a:ea typeface="맑은 고딕" pitchFamily="50" charset="-127"/>
                          <a:cs typeface="Arial" pitchFamily="34" charset="0"/>
                        </a:rPr>
                        <a:t>In-App Ad</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i="0" kern="1200" baseline="0">
                          <a:solidFill>
                            <a:schemeClr val="tx1"/>
                          </a:solidFill>
                          <a:latin typeface="Arial" pitchFamily="34" charset="0"/>
                          <a:ea typeface="맑은 고딕" pitchFamily="50" charset="-127"/>
                          <a:cs typeface="Arial" pitchFamily="34" charset="0"/>
                        </a:rPr>
                        <a:t>Not Applicable</a:t>
                      </a:r>
                      <a:endParaRPr lang="en-US" altLang="ko-KR"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1"/>
                      <a:r>
                        <a:rPr lang="en-US" altLang="ko-KR" sz="1000" b="0" dirty="0">
                          <a:solidFill>
                            <a:schemeClr val="tx1"/>
                          </a:solidFill>
                          <a:latin typeface="Arial" pitchFamily="34" charset="0"/>
                          <a:ea typeface="맑은 고딕" pitchFamily="50" charset="-127"/>
                          <a:cs typeface="Arial" pitchFamily="34" charset="0"/>
                        </a:rPr>
                        <a:t>Banner AD / AVOD / Not Applicable</a:t>
                      </a: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9"/>
                  </a:ext>
                </a:extLst>
              </a:tr>
              <a:tr h="237905">
                <a:tc vMerge="1">
                  <a:txBody>
                    <a:bodyPr/>
                    <a:lstStyle/>
                    <a:p>
                      <a:pPr marL="228600" marR="0" indent="-228600" algn="l" defTabSz="914400" rtl="0" eaLnBrk="1" fontAlgn="auto" latinLnBrk="1" hangingPunct="1">
                        <a:lnSpc>
                          <a:spcPct val="100000"/>
                        </a:lnSpc>
                        <a:spcBef>
                          <a:spcPts val="0"/>
                        </a:spcBef>
                        <a:spcAft>
                          <a:spcPts val="0"/>
                        </a:spcAft>
                        <a:buClrTx/>
                        <a:buSzTx/>
                        <a:buFont typeface="+mj-lt"/>
                        <a:buNone/>
                        <a:tabLst/>
                        <a:defRPr/>
                      </a:pPr>
                      <a:endParaRPr lang="ko-KR" altLang="en-US" sz="1000" b="1"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1"/>
                      <a:r>
                        <a:rPr lang="en-US" altLang="ko-KR" sz="1000" b="1" dirty="0">
                          <a:solidFill>
                            <a:schemeClr val="tx1"/>
                          </a:solidFill>
                          <a:latin typeface="Arial" pitchFamily="34" charset="0"/>
                          <a:ea typeface="맑은 고딕" pitchFamily="50" charset="-127"/>
                          <a:cs typeface="Arial" pitchFamily="34" charset="0"/>
                        </a:rPr>
                        <a:t>Paid Content</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latinLnBrk="1"/>
                      <a:r>
                        <a:rPr lang="en-US" altLang="ko-KR" sz="1000">
                          <a:solidFill>
                            <a:schemeClr val="tx1"/>
                          </a:solidFill>
                        </a:rPr>
                        <a:t>Not Applicable (Media Player Audio Only)</a:t>
                      </a:r>
                      <a:endParaRPr lang="ko-KR" altLang="en-US" sz="1000" dirty="0">
                        <a:solidFill>
                          <a:schemeClr val="tx1"/>
                        </a:solidFill>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Transaction / Subscription / Not Applicable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0"/>
                  </a:ext>
                </a:extLst>
              </a:tr>
              <a:tr h="237905">
                <a:tc vMerge="1">
                  <a:txBody>
                    <a:bodyPr/>
                    <a:lstStyle/>
                    <a:p>
                      <a:pPr latinLnBrk="1"/>
                      <a:endParaRPr lang="ko-KR" altLang="en-US"/>
                    </a:p>
                  </a:txBody>
                  <a:tcPr/>
                </a:tc>
                <a:tc>
                  <a:txBody>
                    <a:bodyPr/>
                    <a:lstStyle/>
                    <a:p>
                      <a:pPr marL="228600" indent="-228600" algn="l" latinLnBrk="1">
                        <a:buFont typeface="+mj-lt"/>
                        <a:buNone/>
                      </a:pPr>
                      <a:r>
                        <a:rPr lang="en-US" altLang="ko-KR" sz="1000" b="1" dirty="0">
                          <a:solidFill>
                            <a:schemeClr val="tx1"/>
                          </a:solidFill>
                          <a:latin typeface="Arial" pitchFamily="34" charset="0"/>
                          <a:ea typeface="맑은 고딕" pitchFamily="50" charset="-127"/>
                          <a:cs typeface="Arial" pitchFamily="34" charset="0"/>
                        </a:rPr>
                        <a:t>Sound </a:t>
                      </a:r>
                      <a:r>
                        <a:rPr lang="en-US" altLang="ko-KR" sz="1000" b="0" dirty="0">
                          <a:solidFill>
                            <a:schemeClr val="tx1"/>
                          </a:solidFill>
                          <a:latin typeface="Arial" pitchFamily="34" charset="0"/>
                          <a:ea typeface="맑은 고딕" pitchFamily="50" charset="-127"/>
                          <a:cs typeface="Arial" pitchFamily="34" charset="0"/>
                        </a:rPr>
                        <a:t>(For</a:t>
                      </a:r>
                      <a:r>
                        <a:rPr lang="en-US" altLang="ko-KR" sz="1000" b="0" baseline="0" dirty="0">
                          <a:solidFill>
                            <a:schemeClr val="tx1"/>
                          </a:solidFill>
                          <a:latin typeface="Arial" pitchFamily="34" charset="0"/>
                          <a:ea typeface="맑은 고딕" pitchFamily="50" charset="-127"/>
                          <a:cs typeface="Arial" pitchFamily="34" charset="0"/>
                        </a:rPr>
                        <a:t> Game Type)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i="0" kern="1200" baseline="0">
                          <a:solidFill>
                            <a:schemeClr val="tx1"/>
                          </a:solidFill>
                          <a:latin typeface="Arial" pitchFamily="34" charset="0"/>
                          <a:ea typeface="맑은 고딕" pitchFamily="50" charset="-127"/>
                          <a:cs typeface="Arial" pitchFamily="34" charset="0"/>
                        </a:rPr>
                        <a:t>Not Applicable (Packaged Offline IPK)</a:t>
                      </a:r>
                      <a:endParaRPr lang="ko-KR" altLang="en-US"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BGM (Yes / No), Sound Effect (Yes / No)</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1"/>
                  </a:ext>
                </a:extLst>
              </a:tr>
              <a:tr h="237905">
                <a:tc row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Arial" pitchFamily="34" charset="0"/>
                          <a:ea typeface="맑은 고딕" pitchFamily="50" charset="-127"/>
                          <a:cs typeface="Arial" pitchFamily="34" charset="0"/>
                        </a:rPr>
                        <a:t>Test</a:t>
                      </a:r>
                      <a:r>
                        <a:rPr lang="en-US" altLang="ko-KR" sz="1000" b="1" baseline="0" dirty="0">
                          <a:solidFill>
                            <a:schemeClr val="tx1"/>
                          </a:solidFill>
                          <a:latin typeface="Arial" pitchFamily="34" charset="0"/>
                          <a:ea typeface="맑은 고딕" pitchFamily="50" charset="-127"/>
                          <a:cs typeface="Arial" pitchFamily="34" charset="0"/>
                        </a:rPr>
                        <a:t> Information</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1"/>
                      <a:r>
                        <a:rPr lang="en-US" altLang="ko-KR" sz="1000" b="1" dirty="0">
                          <a:solidFill>
                            <a:schemeClr val="tx1"/>
                          </a:solidFill>
                          <a:latin typeface="Arial" pitchFamily="34" charset="0"/>
                          <a:ea typeface="맑은 고딕" pitchFamily="50" charset="-127"/>
                          <a:cs typeface="Arial" pitchFamily="34" charset="0"/>
                        </a:rPr>
                        <a:t>Service URL</a:t>
                      </a:r>
                      <a:r>
                        <a:rPr lang="en-US" altLang="ko-KR" sz="1000" b="1" baseline="0" dirty="0">
                          <a:solidFill>
                            <a:schemeClr val="tx1"/>
                          </a:solidFill>
                          <a:latin typeface="Arial" pitchFamily="34" charset="0"/>
                          <a:ea typeface="맑은 고딕" pitchFamily="50" charset="-127"/>
                          <a:cs typeface="Arial" pitchFamily="34" charset="0"/>
                        </a:rPr>
                        <a:t> </a:t>
                      </a:r>
                      <a:r>
                        <a:rPr lang="en-US" altLang="ko-KR" sz="1000" b="0" dirty="0">
                          <a:solidFill>
                            <a:schemeClr val="tx1"/>
                          </a:solidFill>
                          <a:latin typeface="Arial" pitchFamily="34" charset="0"/>
                          <a:ea typeface="맑은 고딕" pitchFamily="50" charset="-127"/>
                          <a:cs typeface="Arial" pitchFamily="34" charset="0"/>
                        </a:rPr>
                        <a:t>(For Web</a:t>
                      </a:r>
                      <a:r>
                        <a:rPr lang="en-US" altLang="ko-KR" sz="1000" b="0" baseline="0" dirty="0">
                          <a:solidFill>
                            <a:schemeClr val="tx1"/>
                          </a:solidFill>
                          <a:latin typeface="Arial" pitchFamily="34" charset="0"/>
                          <a:ea typeface="맑은 고딕" pitchFamily="50" charset="-127"/>
                          <a:cs typeface="Arial" pitchFamily="34" charset="0"/>
                        </a:rPr>
                        <a:t> Type)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i="0" kern="1200" baseline="0">
                          <a:solidFill>
                            <a:schemeClr val="tx1"/>
                          </a:solidFill>
                          <a:latin typeface="Arial" pitchFamily="34" charset="0"/>
                          <a:ea typeface="맑은 고딕" pitchFamily="50" charset="-127"/>
                          <a:cs typeface="Arial" pitchFamily="34" charset="0"/>
                        </a:rPr>
                        <a:t>com.infinity.iptvplayer_1.0.0_all.ipk</a:t>
                      </a:r>
                      <a:endParaRPr lang="en-US" altLang="ko-KR"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1"/>
                      <a:r>
                        <a:rPr lang="en-US" altLang="ko-KR" sz="1000" b="0" baseline="0" dirty="0">
                          <a:solidFill>
                            <a:schemeClr val="tx1"/>
                          </a:solidFill>
                          <a:latin typeface="Arial" pitchFamily="34" charset="0"/>
                          <a:ea typeface="맑은 고딕" pitchFamily="50" charset="-127"/>
                          <a:cs typeface="Arial" pitchFamily="34" charset="0"/>
                        </a:rPr>
                        <a:t>URL for LG Smart World/</a:t>
                      </a:r>
                      <a:r>
                        <a:rPr lang="en-US" altLang="ko-KR" sz="1000" b="0" dirty="0">
                          <a:solidFill>
                            <a:schemeClr val="tx1"/>
                          </a:solidFill>
                          <a:latin typeface="Arial" pitchFamily="34" charset="0"/>
                          <a:ea typeface="맑은 고딕" pitchFamily="50" charset="-127"/>
                          <a:cs typeface="Arial" pitchFamily="34" charset="0"/>
                        </a:rPr>
                        <a:t>LG</a:t>
                      </a:r>
                      <a:r>
                        <a:rPr lang="en-US" altLang="ko-KR" sz="1000" b="0" baseline="0" dirty="0">
                          <a:solidFill>
                            <a:schemeClr val="tx1"/>
                          </a:solidFill>
                          <a:latin typeface="Arial" pitchFamily="34" charset="0"/>
                          <a:ea typeface="맑은 고딕" pitchFamily="50" charset="-127"/>
                          <a:cs typeface="Arial" pitchFamily="34" charset="0"/>
                        </a:rPr>
                        <a:t> Content Store</a:t>
                      </a:r>
                      <a:endParaRPr lang="en-US" altLang="ko-KR"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2"/>
                  </a:ext>
                </a:extLst>
              </a:tr>
              <a:tr h="535281">
                <a:tc vMerge="1">
                  <a:txBody>
                    <a:bodyPr/>
                    <a:lstStyle/>
                    <a:p>
                      <a:pPr algn="l" latinLnBrk="1"/>
                      <a:endParaRPr lang="ko-KR" altLang="en-US" sz="1000" b="0" dirty="0">
                        <a:solidFill>
                          <a:srgbClr val="FF0000"/>
                        </a:solidFill>
                        <a:latin typeface="Arial" pitchFamily="34" charset="0"/>
                        <a:ea typeface="맑은 고딕" pitchFamily="50" charset="-127"/>
                        <a:cs typeface="Arial" pitchFamily="34" charset="0"/>
                      </a:endParaRPr>
                    </a:p>
                  </a:txBody>
                  <a:tcPr marL="91439" marR="91439" marT="45717" marB="45717"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1"/>
                      <a:r>
                        <a:rPr lang="en-US" altLang="ko-KR" sz="1000" b="1" dirty="0">
                          <a:solidFill>
                            <a:schemeClr val="tx1"/>
                          </a:solidFill>
                          <a:latin typeface="Arial" pitchFamily="34" charset="0"/>
                          <a:ea typeface="맑은 고딕" pitchFamily="50" charset="-127"/>
                          <a:cs typeface="Arial" pitchFamily="34" charset="0"/>
                        </a:rPr>
                        <a:t>Test URL </a:t>
                      </a:r>
                      <a:r>
                        <a:rPr lang="en-US" altLang="ko-KR" sz="1000" b="0" dirty="0">
                          <a:solidFill>
                            <a:schemeClr val="tx1"/>
                          </a:solidFill>
                          <a:latin typeface="Arial" pitchFamily="34" charset="0"/>
                          <a:ea typeface="맑은 고딕" pitchFamily="50" charset="-127"/>
                          <a:cs typeface="Arial" pitchFamily="34" charset="0"/>
                        </a:rPr>
                        <a:t>(For Web</a:t>
                      </a:r>
                      <a:r>
                        <a:rPr lang="en-US" altLang="ko-KR" sz="1000" b="0" baseline="0" dirty="0">
                          <a:solidFill>
                            <a:schemeClr val="tx1"/>
                          </a:solidFill>
                          <a:latin typeface="Arial" pitchFamily="34" charset="0"/>
                          <a:ea typeface="맑은 고딕" pitchFamily="50" charset="-127"/>
                          <a:cs typeface="Arial" pitchFamily="34" charset="0"/>
                        </a:rPr>
                        <a:t> Type)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i="0" kern="1200" baseline="0">
                          <a:solidFill>
                            <a:schemeClr val="tx1"/>
                          </a:solidFill>
                          <a:latin typeface="Arial" pitchFamily="34" charset="0"/>
                          <a:ea typeface="맑은 고딕" pitchFamily="50" charset="-127"/>
                          <a:cs typeface="Arial" pitchFamily="34" charset="0"/>
                        </a:rPr>
                        <a:t>webOS</a:t>
                      </a:r>
                      <a:endParaRPr lang="en-US" altLang="ko-KR"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1"/>
                      <a:r>
                        <a:rPr lang="en-US" altLang="ko-KR" sz="1000" b="0" baseline="0" dirty="0">
                          <a:solidFill>
                            <a:schemeClr val="tx1"/>
                          </a:solidFill>
                          <a:latin typeface="Arial" pitchFamily="34" charset="0"/>
                          <a:ea typeface="맑은 고딕" pitchFamily="50" charset="-127"/>
                          <a:cs typeface="Arial" pitchFamily="34" charset="0"/>
                        </a:rPr>
                        <a:t>URL only for QA</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baseline="0" dirty="0">
                          <a:solidFill>
                            <a:schemeClr val="tx1"/>
                          </a:solidFill>
                          <a:latin typeface="Arial" pitchFamily="34" charset="0"/>
                          <a:ea typeface="맑은 고딕" pitchFamily="50" charset="-127"/>
                          <a:cs typeface="Arial" pitchFamily="34" charset="0"/>
                        </a:rPr>
                        <a:t>(If necessary, please attach </a:t>
                      </a:r>
                      <a:r>
                        <a:rPr lang="en-US" altLang="ko-KR" sz="900" b="1" baseline="0" dirty="0">
                          <a:solidFill>
                            <a:schemeClr val="tx1"/>
                          </a:solidFill>
                          <a:latin typeface="Arial" pitchFamily="34" charset="0"/>
                          <a:ea typeface="맑은 고딕" pitchFamily="50" charset="-127"/>
                          <a:cs typeface="Arial" pitchFamily="34" charset="0"/>
                        </a:rPr>
                        <a:t>a test .</a:t>
                      </a:r>
                      <a:r>
                        <a:rPr lang="en-US" altLang="ko-KR" sz="900" b="1" baseline="0" dirty="0" err="1">
                          <a:solidFill>
                            <a:schemeClr val="tx1"/>
                          </a:solidFill>
                          <a:latin typeface="Arial" pitchFamily="34" charset="0"/>
                          <a:ea typeface="맑은 고딕" pitchFamily="50" charset="-127"/>
                          <a:cs typeface="Arial" pitchFamily="34" charset="0"/>
                        </a:rPr>
                        <a:t>ipk</a:t>
                      </a:r>
                      <a:r>
                        <a:rPr lang="en-US" altLang="ko-KR" sz="900" b="1" baseline="0" dirty="0">
                          <a:solidFill>
                            <a:schemeClr val="tx1"/>
                          </a:solidFill>
                          <a:latin typeface="Arial" pitchFamily="34" charset="0"/>
                          <a:ea typeface="맑은 고딕" pitchFamily="50" charset="-127"/>
                          <a:cs typeface="Arial" pitchFamily="34" charset="0"/>
                        </a:rPr>
                        <a:t> file </a:t>
                      </a:r>
                      <a:r>
                        <a:rPr lang="en-US" altLang="ko-KR" sz="900" b="0" baseline="0" dirty="0">
                          <a:solidFill>
                            <a:schemeClr val="tx1"/>
                          </a:solidFill>
                          <a:latin typeface="Arial" pitchFamily="34" charset="0"/>
                          <a:ea typeface="맑은 고딕" pitchFamily="50" charset="-127"/>
                          <a:cs typeface="Arial" pitchFamily="34" charset="0"/>
                        </a:rPr>
                        <a:t>to </a:t>
                      </a:r>
                      <a:r>
                        <a:rPr lang="en-US" altLang="ko-KR" sz="900" b="1" i="1" baseline="0" dirty="0">
                          <a:solidFill>
                            <a:srgbClr val="FF0000"/>
                          </a:solidFill>
                          <a:latin typeface="Arial" pitchFamily="34" charset="0"/>
                          <a:ea typeface="맑은 고딕" pitchFamily="50" charset="-127"/>
                          <a:cs typeface="Arial" pitchFamily="34" charset="0"/>
                        </a:rPr>
                        <a:t>Test IPK File or Test URL </a:t>
                      </a:r>
                      <a:r>
                        <a:rPr lang="en-US" altLang="ko-KR" sz="900" b="0" baseline="0" dirty="0">
                          <a:solidFill>
                            <a:schemeClr val="tx1"/>
                          </a:solidFill>
                          <a:latin typeface="Arial" pitchFamily="34" charset="0"/>
                          <a:ea typeface="맑은 고딕" pitchFamily="50" charset="-127"/>
                          <a:cs typeface="Arial" pitchFamily="34" charset="0"/>
                        </a:rPr>
                        <a:t>section at LG </a:t>
                      </a:r>
                      <a:r>
                        <a:rPr lang="en-US" altLang="ko-KR" sz="900" b="0" i="0" baseline="0" dirty="0">
                          <a:solidFill>
                            <a:schemeClr val="tx1"/>
                          </a:solidFill>
                          <a:latin typeface="Arial" pitchFamily="34" charset="0"/>
                          <a:ea typeface="맑은 고딕" pitchFamily="50" charset="-127"/>
                          <a:cs typeface="Arial" pitchFamily="34" charset="0"/>
                        </a:rPr>
                        <a:t>Seller Lounge</a:t>
                      </a:r>
                      <a:r>
                        <a:rPr lang="en-US" altLang="ko-KR" sz="900" b="0" baseline="0" dirty="0">
                          <a:solidFill>
                            <a:schemeClr val="tx1"/>
                          </a:solidFill>
                          <a:latin typeface="Arial" pitchFamily="34" charset="0"/>
                          <a:ea typeface="맑은 고딕" pitchFamily="50" charset="-127"/>
                          <a:cs typeface="Arial" pitchFamily="34" charset="0"/>
                        </a:rPr>
                        <a:t>)</a:t>
                      </a:r>
                      <a:endParaRPr lang="en-US" altLang="ko-KR" sz="9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3"/>
                  </a:ext>
                </a:extLst>
              </a:tr>
              <a:tr h="237905">
                <a:tc v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000" b="0" i="0" dirty="0">
                        <a:solidFill>
                          <a:srgbClr val="FF0000"/>
                        </a:solidFill>
                        <a:latin typeface="Arial" pitchFamily="34" charset="0"/>
                        <a:ea typeface="맑은 고딕" pitchFamily="50" charset="-127"/>
                        <a:cs typeface="Arial" pitchFamily="34" charset="0"/>
                      </a:endParaRPr>
                    </a:p>
                  </a:txBody>
                  <a:tcPr marL="91439" marR="91439" marT="45717" marB="45717"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i="0" baseline="0" dirty="0">
                          <a:solidFill>
                            <a:schemeClr val="tx1"/>
                          </a:solidFill>
                          <a:latin typeface="Arial" pitchFamily="34" charset="0"/>
                          <a:ea typeface="맑은 고딕" pitchFamily="50" charset="-127"/>
                          <a:cs typeface="Arial" pitchFamily="34" charset="0"/>
                        </a:rPr>
                        <a:t>Service Platform</a:t>
                      </a:r>
                      <a:endParaRPr lang="ko-KR" altLang="en-US" sz="1000" b="0" i="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0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1"/>
                      <a:r>
                        <a:rPr lang="en-US" altLang="ko-KR" sz="1000" b="0" dirty="0">
                          <a:solidFill>
                            <a:schemeClr val="tx1"/>
                          </a:solidFill>
                          <a:latin typeface="Arial" pitchFamily="34" charset="0"/>
                          <a:ea typeface="맑은 고딕" pitchFamily="50" charset="-127"/>
                          <a:cs typeface="Arial" pitchFamily="34" charset="0"/>
                        </a:rPr>
                        <a:t>NetCast / webOS</a:t>
                      </a: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4"/>
                  </a:ext>
                </a:extLst>
              </a:tr>
              <a:tr h="1561276">
                <a:tc gridSpan="4">
                  <a:txBody>
                    <a:bodyPr/>
                    <a:lstStyle/>
                    <a:p>
                      <a:pPr latinLnBrk="0"/>
                      <a:r>
                        <a:rPr lang="en-US" altLang="ko-KR" sz="900" b="1" kern="1200" dirty="0">
                          <a:solidFill>
                            <a:schemeClr val="tx1"/>
                          </a:solidFill>
                          <a:latin typeface="Arial" pitchFamily="34" charset="0"/>
                          <a:ea typeface="돋움체" pitchFamily="49" charset="-127"/>
                          <a:cs typeface="Arial" pitchFamily="34" charset="0"/>
                        </a:rPr>
                        <a:t>Notes</a:t>
                      </a:r>
                    </a:p>
                    <a:p>
                      <a:pPr latinLnBrk="0"/>
                      <a:r>
                        <a:rPr lang="en-US" altLang="ko-KR" sz="900" kern="1200" dirty="0">
                          <a:solidFill>
                            <a:schemeClr val="tx1"/>
                          </a:solidFill>
                          <a:latin typeface="Arial" pitchFamily="34" charset="0"/>
                          <a:ea typeface="돋움체" pitchFamily="49" charset="-127"/>
                          <a:cs typeface="Arial" pitchFamily="34" charset="0"/>
                        </a:rPr>
                        <a:t>    1. Correct</a:t>
                      </a:r>
                      <a:r>
                        <a:rPr lang="en-US" altLang="ko-KR" sz="900" kern="1200" baseline="0" dirty="0">
                          <a:solidFill>
                            <a:schemeClr val="tx1"/>
                          </a:solidFill>
                          <a:latin typeface="Arial" pitchFamily="34" charset="0"/>
                          <a:ea typeface="돋움체" pitchFamily="49" charset="-127"/>
                          <a:cs typeface="Arial" pitchFamily="34" charset="0"/>
                        </a:rPr>
                        <a:t> and detailed </a:t>
                      </a:r>
                      <a:r>
                        <a:rPr lang="en-US" altLang="ko-KR" sz="900" kern="1200" dirty="0">
                          <a:solidFill>
                            <a:schemeClr val="tx1"/>
                          </a:solidFill>
                          <a:latin typeface="Arial" pitchFamily="34" charset="0"/>
                          <a:ea typeface="돋움체" pitchFamily="49" charset="-127"/>
                          <a:cs typeface="Arial" pitchFamily="34" charset="0"/>
                        </a:rPr>
                        <a:t>Basic</a:t>
                      </a:r>
                      <a:r>
                        <a:rPr lang="en-US" altLang="ko-KR" sz="900" kern="1200" baseline="0" dirty="0">
                          <a:solidFill>
                            <a:schemeClr val="tx1"/>
                          </a:solidFill>
                          <a:latin typeface="Arial" pitchFamily="34" charset="0"/>
                          <a:ea typeface="돋움체" pitchFamily="49" charset="-127"/>
                          <a:cs typeface="Arial" pitchFamily="34" charset="0"/>
                        </a:rPr>
                        <a:t> Information</a:t>
                      </a:r>
                      <a:r>
                        <a:rPr lang="ko-KR" altLang="en-US" sz="900" kern="1200" dirty="0">
                          <a:solidFill>
                            <a:schemeClr val="tx1"/>
                          </a:solidFill>
                          <a:latin typeface="Arial" pitchFamily="34" charset="0"/>
                          <a:ea typeface="돋움체" pitchFamily="49" charset="-127"/>
                          <a:cs typeface="Arial" pitchFamily="34" charset="0"/>
                        </a:rPr>
                        <a:t> </a:t>
                      </a:r>
                      <a:r>
                        <a:rPr lang="en-US" altLang="ko-KR" sz="900" kern="1200" dirty="0">
                          <a:solidFill>
                            <a:schemeClr val="tx1"/>
                          </a:solidFill>
                          <a:latin typeface="Arial" pitchFamily="34" charset="0"/>
                          <a:ea typeface="돋움체" pitchFamily="49" charset="-127"/>
                          <a:cs typeface="Arial" pitchFamily="34" charset="0"/>
                        </a:rPr>
                        <a:t>required for </a:t>
                      </a:r>
                      <a:r>
                        <a:rPr lang="en-US" altLang="ko-KR" sz="900" kern="1200" baseline="0" dirty="0">
                          <a:solidFill>
                            <a:schemeClr val="tx1"/>
                          </a:solidFill>
                          <a:latin typeface="Arial" pitchFamily="34" charset="0"/>
                          <a:ea typeface="돋움체" pitchFamily="49" charset="-127"/>
                          <a:cs typeface="Arial" pitchFamily="34" charset="0"/>
                        </a:rPr>
                        <a:t>App QA.</a:t>
                      </a:r>
                      <a:endParaRPr lang="en-US" altLang="ko-KR" sz="900" kern="1200" dirty="0">
                        <a:solidFill>
                          <a:schemeClr val="tx1"/>
                        </a:solidFill>
                        <a:latin typeface="Arial" pitchFamily="34" charset="0"/>
                        <a:ea typeface="돋움체" pitchFamily="49" charset="-127"/>
                        <a:cs typeface="Arial" pitchFamily="34" charset="0"/>
                      </a:endParaRPr>
                    </a:p>
                    <a:p>
                      <a:pPr latinLnBrk="0"/>
                      <a:r>
                        <a:rPr lang="en-US" altLang="ko-KR" sz="900" b="0" i="0" dirty="0">
                          <a:solidFill>
                            <a:schemeClr val="tx1"/>
                          </a:solidFill>
                          <a:latin typeface="Arial" pitchFamily="34" charset="0"/>
                          <a:ea typeface="맑은 고딕" pitchFamily="50" charset="-127"/>
                          <a:cs typeface="Arial" pitchFamily="34" charset="0"/>
                        </a:rPr>
                        <a:t>    2. </a:t>
                      </a:r>
                      <a:r>
                        <a:rPr lang="en-US" sz="900" kern="1200" dirty="0">
                          <a:solidFill>
                            <a:schemeClr val="tx1"/>
                          </a:solidFill>
                          <a:latin typeface="Arial" pitchFamily="34" charset="0"/>
                          <a:ea typeface="Arial Unicode MS" pitchFamily="50" charset="-127"/>
                          <a:cs typeface="Arial" pitchFamily="34" charset="0"/>
                        </a:rPr>
                        <a:t>If you indicate Geo-IP Blocking as “Yes” you must white list the range of IPs required by the QA Team for testing. </a:t>
                      </a:r>
                      <a:r>
                        <a:rPr lang="en-US" sz="900" i="0" kern="1200" dirty="0">
                          <a:solidFill>
                            <a:schemeClr val="tx1"/>
                          </a:solidFill>
                          <a:latin typeface="Arial" pitchFamily="34" charset="0"/>
                          <a:ea typeface="Arial Unicode MS" pitchFamily="50" charset="-127"/>
                          <a:cs typeface="Arial" pitchFamily="34" charset="0"/>
                        </a:rPr>
                        <a:t>Please request the range of IPs to white list through the </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LG</a:t>
                      </a:r>
                      <a:r>
                        <a:rPr lang="ko-KR" altLang="en-US" sz="900" i="0" kern="1200" dirty="0">
                          <a:solidFill>
                            <a:schemeClr val="tx1"/>
                          </a:solidFill>
                          <a:latin typeface="Arial" pitchFamily="34" charset="0"/>
                          <a:ea typeface="Arial Unicode MS" pitchFamily="50" charset="-127"/>
                          <a:cs typeface="Arial" pitchFamily="34" charset="0"/>
                        </a:rPr>
                        <a:t> </a:t>
                      </a:r>
                      <a:r>
                        <a:rPr lang="en-US" sz="900" i="0" kern="1200" dirty="0">
                          <a:solidFill>
                            <a:schemeClr val="tx1"/>
                          </a:solidFill>
                          <a:latin typeface="Arial" pitchFamily="34" charset="0"/>
                          <a:ea typeface="Arial Unicode MS" pitchFamily="50" charset="-127"/>
                          <a:cs typeface="Arial" pitchFamily="34" charset="0"/>
                        </a:rPr>
                        <a:t>Seller Lounge 1:1 Inquiry.</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3. You can use a 3rd party billing system for Paid Content. You shall be aware that you are liable for all claims arising from the use of a 3rd party billing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4. You can monetize your application with in-app advertising services with a 3rd party ad platform. </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baseline="0" dirty="0">
                          <a:solidFill>
                            <a:schemeClr val="tx1"/>
                          </a:solidFill>
                          <a:latin typeface="Arial" pitchFamily="34" charset="0"/>
                          <a:ea typeface="Arial Unicode MS" pitchFamily="50" charset="-127"/>
                          <a:cs typeface="Arial" pitchFamily="34" charset="0"/>
                        </a:rPr>
                        <a:t>        </a:t>
                      </a:r>
                      <a:r>
                        <a:rPr lang="en-US" sz="900" i="0" kern="1200" dirty="0">
                          <a:solidFill>
                            <a:schemeClr val="tx1"/>
                          </a:solidFill>
                          <a:latin typeface="Arial" pitchFamily="34" charset="0"/>
                          <a:ea typeface="Arial Unicode MS" pitchFamily="50" charset="-127"/>
                          <a:cs typeface="Arial" pitchFamily="34" charset="0"/>
                        </a:rPr>
                        <a:t>Seller shall not violate LG’s content guideline and will be solely responsible for any claims from violation of the content guideline.</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5. </a:t>
                      </a:r>
                      <a:r>
                        <a:rPr lang="en-US" altLang="ko-KR" sz="900" i="0" kern="1200" dirty="0">
                          <a:solidFill>
                            <a:schemeClr val="tx1"/>
                          </a:solidFill>
                          <a:latin typeface="Arial" pitchFamily="34" charset="0"/>
                          <a:ea typeface="돋움체" pitchFamily="49" charset="-127"/>
                          <a:cs typeface="Arial" pitchFamily="34" charset="0"/>
                        </a:rPr>
                        <a:t>Game</a:t>
                      </a:r>
                      <a:r>
                        <a:rPr lang="en-US" altLang="ko-KR" sz="900" i="0" kern="1200" baseline="0" dirty="0">
                          <a:solidFill>
                            <a:schemeClr val="tx1"/>
                          </a:solidFill>
                          <a:latin typeface="Arial" pitchFamily="34" charset="0"/>
                          <a:ea typeface="돋움체" pitchFamily="49" charset="-127"/>
                          <a:cs typeface="Arial" pitchFamily="34" charset="0"/>
                        </a:rPr>
                        <a:t> apps: If there is sound, detailed description of the BGM / Sound Effects, etc. is required.</a:t>
                      </a:r>
                      <a:endParaRPr lang="en-US" altLang="ko-KR" sz="900" i="0" kern="1200" baseline="0" dirty="0">
                        <a:solidFill>
                          <a:schemeClr val="tx1"/>
                        </a:solidFill>
                        <a:latin typeface="Arial" pitchFamily="34" charset="0"/>
                        <a:ea typeface="Arial Unicode MS" pitchFamily="50" charset="-127"/>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i="0" kern="1200" baseline="0" dirty="0">
                          <a:solidFill>
                            <a:schemeClr val="tx1"/>
                          </a:solidFill>
                          <a:latin typeface="Arial" pitchFamily="34" charset="0"/>
                          <a:ea typeface="Arial Unicode MS" pitchFamily="50" charset="-127"/>
                          <a:cs typeface="Arial" pitchFamily="34" charset="0"/>
                        </a:rPr>
                        <a:t>    6. </a:t>
                      </a:r>
                      <a:r>
                        <a:rPr lang="en-US" altLang="ko-KR" sz="900" i="0" kern="1200" dirty="0">
                          <a:solidFill>
                            <a:schemeClr val="tx1"/>
                          </a:solidFill>
                          <a:latin typeface="Arial" pitchFamily="34" charset="0"/>
                          <a:ea typeface="Arial Unicode MS" pitchFamily="50" charset="-127"/>
                          <a:cs typeface="Arial" pitchFamily="34" charset="0"/>
                        </a:rPr>
                        <a:t>Even though there may be no payment process within the app itself, having any related payment process outside the app such as paying on the app’s website, converting to a paid account, etc., will categorize the app as having Paid Content. If this is the case for your app, add detailed guidelines regarding the app’s paid content on the UX Scenario document, and mark the Paid Content option as “Transaction” or “Subscription” on the LG Seller Lounge. You can also mark the both options together.</a:t>
                      </a:r>
                      <a:endParaRPr lang="ko-KR" altLang="ko-KR" sz="900" i="0" kern="1200" dirty="0">
                        <a:solidFill>
                          <a:schemeClr val="tx1"/>
                        </a:solidFill>
                        <a:highlight>
                          <a:srgbClr val="FFFF00"/>
                        </a:highlight>
                        <a:latin typeface="Arial" pitchFamily="34" charset="0"/>
                        <a:ea typeface="Arial Unicode MS"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85000"/>
                      </a:schemeClr>
                    </a:solidFill>
                  </a:tcPr>
                </a:tc>
                <a:tc hMerge="1">
                  <a:txBody>
                    <a:bodyPr/>
                    <a:lstStyle/>
                    <a:p>
                      <a:pPr latinLnBrk="1"/>
                      <a:endParaRPr lang="ko-KR" altLang="en-US"/>
                    </a:p>
                  </a:txBody>
                  <a:tcPr/>
                </a:tc>
                <a:tc hMerge="1">
                  <a:txBody>
                    <a:bodyPr/>
                    <a:lstStyle/>
                    <a:p>
                      <a:pPr algn="l" latinLnBrk="1"/>
                      <a:endParaRPr lang="en-US" altLang="ko-KR" sz="1100" b="0" dirty="0">
                        <a:solidFill>
                          <a:schemeClr val="tx1"/>
                        </a:solidFill>
                        <a:latin typeface="맑은 고딕" pitchFamily="50" charset="-127"/>
                        <a:ea typeface="맑은 고딕" pitchFamily="50" charset="-127"/>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extLst>
                  <a:ext uri="{0D108BD9-81ED-4DB2-BD59-A6C34878D82A}">
                    <a16:rowId xmlns:a16="http://schemas.microsoft.com/office/drawing/2014/main" val="10015"/>
                  </a:ext>
                </a:extLst>
              </a:tr>
            </a:tbl>
          </a:graphicData>
        </a:graphic>
      </p:graphicFrame>
      <p:sp>
        <p:nvSpPr>
          <p:cNvPr id="4" name="텍스트 개체 틀 3">
            <a:extLst>
              <a:ext uri="{FF2B5EF4-FFF2-40B4-BE49-F238E27FC236}">
                <a16:creationId xmlns:a16="http://schemas.microsoft.com/office/drawing/2014/main" id="{7FC63300-566C-9829-8218-2C79925180BF}"/>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cs typeface="Arial" pitchFamily="34" charset="0"/>
              </a:rPr>
              <a:t>1. Basic Information</a:t>
            </a:r>
            <a:endParaRPr>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1" name="Group 1">
            <a:extLst>
              <a:ext uri="{FF2B5EF4-FFF2-40B4-BE49-F238E27FC236}">
                <a16:creationId xmlns:a16="http://schemas.microsoft.com/office/drawing/2014/main" id="{5E249AC0-0CAA-1B44-0123-D2A936462241}"/>
              </a:ext>
            </a:extLst>
          </p:cNvPr>
          <p:cNvGraphicFramePr>
            <a:graphicFrameLocks noGrp="1"/>
          </p:cNvGraphicFramePr>
          <p:nvPr>
            <p:extLst>
              <p:ext uri="{D42A27DB-BD31-4B8C-83A1-F6EECF244321}">
                <p14:modId xmlns:p14="http://schemas.microsoft.com/office/powerpoint/2010/main" val="1383934753"/>
              </p:ext>
            </p:extLst>
          </p:nvPr>
        </p:nvGraphicFramePr>
        <p:xfrm>
          <a:off x="166688" y="765175"/>
          <a:ext cx="9501187" cy="5397500"/>
        </p:xfrm>
        <a:graphic>
          <a:graphicData uri="http://schemas.openxmlformats.org/drawingml/2006/table">
            <a:tbl>
              <a:tblPr/>
              <a:tblGrid>
                <a:gridCol w="730250">
                  <a:extLst>
                    <a:ext uri="{9D8B030D-6E8A-4147-A177-3AD203B41FA5}">
                      <a16:colId xmlns:a16="http://schemas.microsoft.com/office/drawing/2014/main" val="20000"/>
                    </a:ext>
                  </a:extLst>
                </a:gridCol>
                <a:gridCol w="1169987">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3286125">
                  <a:extLst>
                    <a:ext uri="{9D8B030D-6E8A-4147-A177-3AD203B41FA5}">
                      <a16:colId xmlns:a16="http://schemas.microsoft.com/office/drawing/2014/main" val="20003"/>
                    </a:ext>
                  </a:extLst>
                </a:gridCol>
                <a:gridCol w="3286125">
                  <a:extLst>
                    <a:ext uri="{9D8B030D-6E8A-4147-A177-3AD203B41FA5}">
                      <a16:colId xmlns:a16="http://schemas.microsoft.com/office/drawing/2014/main" val="20004"/>
                    </a:ext>
                  </a:extLst>
                </a:gridCol>
              </a:tblGrid>
              <a:tr h="411145">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No.</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Sent</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Version</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File Name</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Contents</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extLst>
                  <a:ext uri="{0D108BD9-81ED-4DB2-BD59-A6C34878D82A}">
                    <a16:rowId xmlns:a16="http://schemas.microsoft.com/office/drawing/2014/main" val="10000"/>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1</a:t>
                      </a: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25.10.2026</a:t>
                      </a: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1.0.0</a:t>
                      </a: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Infinity_IPTV_Player_UX_Scenario.pptx</a:t>
                      </a: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Initial official submission for LG Content Store Seller Lounge QA</a:t>
                      </a: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34956">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514566">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2800" b="0" i="0" u="none" strike="noStrike" cap="none" normalizeH="0" baseline="0">
                        <a:ln>
                          <a:noFill/>
                        </a:ln>
                        <a:solidFill>
                          <a:srgbClr val="000000"/>
                        </a:solidFill>
                        <a:effectLst/>
                        <a:latin typeface="굴림" panose="020B0600000101010101" pitchFamily="50" charset="-127"/>
                        <a:ea typeface="굴림" panose="020B0600000101010101"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4444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493690">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431781">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1">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bl>
          </a:graphicData>
        </a:graphic>
      </p:graphicFrame>
      <p:sp>
        <p:nvSpPr>
          <p:cNvPr id="22614" name="Text Box 163">
            <a:extLst>
              <a:ext uri="{FF2B5EF4-FFF2-40B4-BE49-F238E27FC236}">
                <a16:creationId xmlns:a16="http://schemas.microsoft.com/office/drawing/2014/main" id="{040A0270-B601-5D48-6B74-F99351181347}"/>
              </a:ext>
            </a:extLst>
          </p:cNvPr>
          <p:cNvSpPr txBox="1">
            <a:spLocks noChangeArrowheads="1"/>
          </p:cNvSpPr>
          <p:nvPr/>
        </p:nvSpPr>
        <p:spPr bwMode="auto">
          <a:xfrm>
            <a:off x="0" y="188913"/>
            <a:ext cx="7759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86" tIns="46793" rIns="89986" bIns="46793"/>
          <a:lstStyle>
            <a:lvl1pPr marL="342900" indent="-341313">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1pPr>
            <a:lvl2pPr marL="742950" indent="-28575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2pPr>
            <a:lvl3pPr marL="11430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3pPr>
            <a:lvl4pPr marL="16002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4pPr>
            <a:lvl5pPr marL="20574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9pPr>
          </a:lstStyle>
          <a:p>
            <a:pPr>
              <a:spcBef>
                <a:spcPts val="1125"/>
              </a:spcBef>
            </a:pPr>
            <a:r>
              <a:rPr lang="en-US" altLang="ru-RU" b="1">
                <a:solidFill>
                  <a:srgbClr val="000000"/>
                </a:solidFill>
                <a:latin typeface="Arial" panose="020B0604020202020204" pitchFamily="34" charset="0"/>
                <a:ea typeface="맑은 고딕" panose="020B0503020000020004" pitchFamily="34" charset="-127"/>
                <a:cs typeface="Arial" panose="020B0604020202020204" pitchFamily="34" charset="0"/>
              </a:rPr>
              <a:t>2. Document History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F09507C2-9B8B-2861-929E-2C2E8A17F06C}"/>
              </a:ext>
            </a:extLst>
          </p:cNvPr>
          <p:cNvSpPr/>
          <p:nvPr/>
        </p:nvSpPr>
        <p:spPr bwMode="auto">
          <a:xfrm>
            <a:off x="9525" y="4884738"/>
            <a:ext cx="9906000" cy="1431925"/>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Infinity IPTV Player is a state-of-the-art IPTV application engineered specifically for LG webOS TV (v3.5 - 25.0).
- High Performance: Native 1080p hardware-accelerated rendering with Euclidean 2D spatial navigation.
- Multi-Source Support: Xtream Codes API, M3U / M3U8 Playlists, and MAC/STB Portals.
- Media Experience: Live TV with real-time EPG, VOD Movies catalog, episodic TV Series, and custom webOS video player.</a:t>
            </a:r>
            <a:endParaRPr lang="ko-KR" altLang="en-US" sz="1200" b="1" dirty="0">
              <a:latin typeface="Arial" pitchFamily="34" charset="0"/>
              <a:ea typeface="굴림" panose="020B0600000101010101" pitchFamily="50" charset="-127"/>
              <a:cs typeface="Arial" pitchFamily="34" charset="0"/>
            </a:endParaRPr>
          </a:p>
        </p:txBody>
      </p:sp>
      <p:sp>
        <p:nvSpPr>
          <p:cNvPr id="24579" name="TextBox 5">
            <a:extLst>
              <a:ext uri="{FF2B5EF4-FFF2-40B4-BE49-F238E27FC236}">
                <a16:creationId xmlns:a16="http://schemas.microsoft.com/office/drawing/2014/main" id="{29D14EF4-BB2D-59FF-12D5-5EE823361A50}"/>
              </a:ext>
            </a:extLst>
          </p:cNvPr>
          <p:cNvSpPr txBox="1">
            <a:spLocks noChangeArrowheads="1"/>
          </p:cNvSpPr>
          <p:nvPr/>
        </p:nvSpPr>
        <p:spPr bwMode="auto">
          <a:xfrm>
            <a:off x="166688" y="535316"/>
            <a:ext cx="26812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1. Application Overview &amp; Structure</a:t>
            </a:r>
          </a:p>
        </p:txBody>
      </p:sp>
      <p:sp>
        <p:nvSpPr>
          <p:cNvPr id="24580" name="Rectangle 39">
            <a:extLst>
              <a:ext uri="{FF2B5EF4-FFF2-40B4-BE49-F238E27FC236}">
                <a16:creationId xmlns:a16="http://schemas.microsoft.com/office/drawing/2014/main" id="{33D34F90-0133-F364-2604-C104CC3F9E16}"/>
              </a:ext>
            </a:extLst>
          </p:cNvPr>
          <p:cNvSpPr>
            <a:spLocks noChangeArrowheads="1"/>
          </p:cNvSpPr>
          <p:nvPr/>
        </p:nvSpPr>
        <p:spPr bwMode="auto">
          <a:xfrm>
            <a:off x="344488" y="1036638"/>
            <a:ext cx="6553200" cy="3687762"/>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ko-KR" altLang="en-US">
              <a:latin typeface="Arial" panose="020B0604020202020204" pitchFamily="34" charset="0"/>
              <a:cs typeface="Arial" panose="020B0604020202020204" pitchFamily="34" charset="0"/>
            </a:endParaRPr>
          </a:p>
        </p:txBody>
      </p:sp>
      <p:sp>
        <p:nvSpPr>
          <p:cNvPr id="17" name="텍스트 개체 틀 16">
            <a:extLst>
              <a:ext uri="{FF2B5EF4-FFF2-40B4-BE49-F238E27FC236}">
                <a16:creationId xmlns:a16="http://schemas.microsoft.com/office/drawing/2014/main" id="{EA1DB5CF-9EE7-8133-43D7-3D79BED456B1}"/>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ea typeface="돋움" pitchFamily="50" charset="-127"/>
                <a:cs typeface="Arial" pitchFamily="34" charset="0"/>
              </a:rPr>
              <a:t>3. Page Description (Guideline)</a:t>
            </a:r>
            <a:endParaRPr>
              <a:latin typeface="Arial" pitchFamily="34" charset="0"/>
              <a:cs typeface="Arial" pitchFamily="34" charset="0"/>
            </a:endParaRPr>
          </a:p>
        </p:txBody>
      </p:sp>
      <p:graphicFrame>
        <p:nvGraphicFramePr>
          <p:cNvPr id="18" name="표 17">
            <a:extLst>
              <a:ext uri="{FF2B5EF4-FFF2-40B4-BE49-F238E27FC236}">
                <a16:creationId xmlns:a16="http://schemas.microsoft.com/office/drawing/2014/main" id="{93A6846C-B162-856B-4869-EB10B79E3DDE}"/>
              </a:ext>
            </a:extLst>
          </p:cNvPr>
          <p:cNvGraphicFramePr>
            <a:graphicFrameLocks noGrp="1"/>
          </p:cNvGraphicFramePr>
          <p:nvPr>
            <p:extLst>
              <p:ext uri="{D42A27DB-BD31-4B8C-83A1-F6EECF244321}">
                <p14:modId xmlns:p14="http://schemas.microsoft.com/office/powerpoint/2010/main" val="1562640524"/>
              </p:ext>
            </p:extLst>
          </p:nvPr>
        </p:nvGraphicFramePr>
        <p:xfrm>
          <a:off x="7239000" y="642938"/>
          <a:ext cx="2667000" cy="4178300"/>
        </p:xfrm>
        <a:graphic>
          <a:graphicData uri="http://schemas.openxmlformats.org/drawingml/2006/table">
            <a:tbl>
              <a:tblPr/>
              <a:tblGrid>
                <a:gridCol w="434360">
                  <a:extLst>
                    <a:ext uri="{9D8B030D-6E8A-4147-A177-3AD203B41FA5}">
                      <a16:colId xmlns:a16="http://schemas.microsoft.com/office/drawing/2014/main" val="20000"/>
                    </a:ext>
                  </a:extLst>
                </a:gridCol>
                <a:gridCol w="2232640">
                  <a:extLst>
                    <a:ext uri="{9D8B030D-6E8A-4147-A177-3AD203B41FA5}">
                      <a16:colId xmlns:a16="http://schemas.microsoft.com/office/drawing/2014/main" val="20001"/>
                    </a:ext>
                  </a:extLst>
                </a:gridCol>
              </a:tblGrid>
              <a:tr h="380312">
                <a:tc gridSpan="2">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rPr>
                        <a:t>Description</a:t>
                      </a:r>
                      <a:endParaRPr kumimoji="0" lang="ko-KR" altLang="en-US" sz="1800" b="1" i="0" u="none" strike="noStrike" cap="none" normalizeH="0" baseline="0" dirty="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endParaRPr>
                    </a:p>
                  </a:txBody>
                  <a:tcPr marL="180000" marR="36000"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389713">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1. Dashboard</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Main navigation hub for Live TV, Movies, Series, and Search</a:t>
                      </a:r>
                      <a:endParaRPr kumimoji="0" lang="en-US" altLang="ko-KR"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2. Live TV</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Live broadcast streams with category filters and EPG program guide</a:t>
                      </a:r>
                      <a:endParaRPr kumimoji="0" lang="en-US" altLang="ko-KR"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3. Movies</a:t>
                      </a:r>
                      <a:endParaRPr kumimoji="0" lang="ko-KR" altLang="en-US" sz="12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VOD movies catalog with genre filters, synopsis, and cast info</a:t>
                      </a:r>
                      <a:endParaRPr kumimoji="0" lang="en-US" altLang="ko-KR"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4. Series</a:t>
                      </a:r>
                      <a:endParaRPr kumimoji="0" lang="ko-KR" altLang="en-US" sz="12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Episodic TV series with season/episode browser</a:t>
                      </a:r>
                      <a:endParaRPr kumimoji="0" lang="en-US" altLang="ko-KR"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5. TV Guide</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Full Electronic Program Guide (EPG) grid timeline</a:t>
                      </a:r>
                      <a:endParaRPr kumimoji="0" lang="en-US" altLang="ko-KR"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IN" altLang="ko-KR" sz="1200" b="0" i="0" u="none" strike="noStrike" cap="none" normalizeH="0" baseline="0">
                          <a:ln>
                            <a:noFill/>
                          </a:ln>
                          <a:solidFill>
                            <a:srgbClr val="000000"/>
                          </a:solidFill>
                          <a:effectLst/>
                          <a:latin typeface="맑은 고딕" pitchFamily="50" charset="-127"/>
                          <a:ea typeface="맑은 고딕" pitchFamily="50" charset="-127"/>
                        </a:rPr>
                        <a:t>6. Portals</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itchFamily="50" charset="-127"/>
                          <a:ea typeface="맑은 고딕" pitchFamily="50" charset="-127"/>
                        </a:rPr>
                        <a:t>Manage and connect IPTV playlists and credentials</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IN" altLang="ko-KR" sz="1200" b="0" i="0" u="none" strike="noStrike" cap="none" normalizeH="0" baseline="0">
                          <a:ln>
                            <a:noFill/>
                          </a:ln>
                          <a:solidFill>
                            <a:srgbClr val="000000"/>
                          </a:solidFill>
                          <a:effectLst/>
                          <a:latin typeface="맑은 고딕" pitchFamily="50" charset="-127"/>
                          <a:ea typeface="맑은 고딕" pitchFamily="50" charset="-127"/>
                        </a:rPr>
                        <a:t>7. Settings</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rgbClr val="000000"/>
                          </a:solidFill>
                          <a:effectLst/>
                          <a:latin typeface="굴림" charset="-127"/>
                          <a:ea typeface="굴림" charset="-127"/>
                        </a:rPr>
                        <a:t>Configure video playback engine, buffer sizes, and parental locks</a:t>
                      </a: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8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03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0" marR="3600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4620" name="TextBox 23">
            <a:extLst>
              <a:ext uri="{FF2B5EF4-FFF2-40B4-BE49-F238E27FC236}">
                <a16:creationId xmlns:a16="http://schemas.microsoft.com/office/drawing/2014/main" id="{ED2644D2-9A36-3C66-645C-8BD8C42C0AAB}"/>
              </a:ext>
            </a:extLst>
          </p:cNvPr>
          <p:cNvSpPr txBox="1">
            <a:spLocks noChangeArrowheads="1"/>
          </p:cNvSpPr>
          <p:nvPr/>
        </p:nvSpPr>
        <p:spPr bwMode="auto">
          <a:xfrm>
            <a:off x="487363" y="1196975"/>
            <a:ext cx="6337300"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a:latin typeface="Arial" panose="020B0604020202020204" pitchFamily="34" charset="0"/>
                <a:ea typeface="돋움체" panose="020B0609000101010101" pitchFamily="49" charset="-127"/>
                <a:cs typeface="Arial" panose="020B0604020202020204" pitchFamily="34" charset="0"/>
              </a:rPr>
              <a:t>- Place your app’s display image. </a:t>
            </a:r>
          </a:p>
          <a:p>
            <a:endParaRPr lang="en-US" altLang="ko-KR" sz="1400">
              <a:latin typeface="Arial" panose="020B0604020202020204" pitchFamily="34" charset="0"/>
              <a:ea typeface="돋움체" panose="020B0609000101010101" pitchFamily="49" charset="-127"/>
              <a:cs typeface="Arial" panose="020B0604020202020204" pitchFamily="34" charset="0"/>
            </a:endParaRPr>
          </a:p>
          <a:p>
            <a:r>
              <a:rPr lang="en-US" altLang="ko-KR" sz="1400">
                <a:latin typeface="Arial" panose="020B0604020202020204" pitchFamily="34" charset="0"/>
                <a:ea typeface="돋움체" panose="020B0609000101010101" pitchFamily="49" charset="-127"/>
                <a:cs typeface="Arial" panose="020B0604020202020204" pitchFamily="34" charset="0"/>
              </a:rPr>
              <a:t>- Use unique number to indicate each menu or UI button correctly.</a:t>
            </a:r>
          </a:p>
          <a:p>
            <a:endParaRPr lang="en-US" altLang="ko-KR" sz="1400">
              <a:latin typeface="Arial" panose="020B0604020202020204" pitchFamily="34" charset="0"/>
              <a:ea typeface="돋움체" panose="020B0609000101010101" pitchFamily="49" charset="-127"/>
              <a:cs typeface="Arial" panose="020B0604020202020204" pitchFamily="34" charset="0"/>
            </a:endParaRPr>
          </a:p>
          <a:p>
            <a:r>
              <a:rPr lang="en-US" altLang="ko-KR" sz="1400">
                <a:latin typeface="Arial" panose="020B0604020202020204" pitchFamily="34" charset="0"/>
                <a:ea typeface="돋움체" panose="020B0609000101010101" pitchFamily="49" charset="-127"/>
                <a:cs typeface="Arial" panose="020B0604020202020204" pitchFamily="34" charset="0"/>
              </a:rPr>
              <a:t>- </a:t>
            </a:r>
            <a:r>
              <a:rPr lang="en-US" altLang="ko-KR" sz="1300">
                <a:latin typeface="Arial" panose="020B0604020202020204" pitchFamily="34" charset="0"/>
                <a:ea typeface="돋움체" panose="020B0609000101010101" pitchFamily="49" charset="-127"/>
                <a:cs typeface="Arial" panose="020B0604020202020204" pitchFamily="34" charset="0"/>
              </a:rPr>
              <a:t>Write the description on each menu or UI button of number at the right-side table.</a:t>
            </a:r>
          </a:p>
          <a:p>
            <a:endParaRPr lang="en-US" altLang="ko-KR" sz="1400">
              <a:latin typeface="Arial" panose="020B0604020202020204" pitchFamily="34" charset="0"/>
              <a:ea typeface="돋움체" panose="020B0609000101010101" pitchFamily="49" charset="-127"/>
              <a:cs typeface="Arial" panose="020B0604020202020204" pitchFamily="34" charset="0"/>
            </a:endParaRPr>
          </a:p>
          <a:p>
            <a:r>
              <a:rPr lang="en-US" altLang="ko-KR" sz="1400">
                <a:latin typeface="Arial" panose="020B0604020202020204" pitchFamily="34" charset="0"/>
                <a:ea typeface="돋움체" panose="020B0609000101010101" pitchFamily="49" charset="-127"/>
                <a:cs typeface="Arial" panose="020B0604020202020204" pitchFamily="34" charset="0"/>
              </a:rPr>
              <a:t>- Next pages show examples with sample images and texts. </a:t>
            </a:r>
          </a:p>
          <a:p>
            <a:endParaRPr lang="ko-KR" altLang="en-US" sz="1100">
              <a:latin typeface="Arial" panose="020B0604020202020204" pitchFamily="34" charset="0"/>
              <a:ea typeface="돋움체" panose="020B0609000101010101" pitchFamily="49" charset="-127"/>
              <a:cs typeface="Arial" panose="020B0604020202020204" pitchFamily="34" charset="0"/>
            </a:endParaRPr>
          </a:p>
        </p:txBody>
      </p:sp>
      <p:sp>
        <p:nvSpPr>
          <p:cNvPr id="24621" name="TextBox 23">
            <a:extLst>
              <a:ext uri="{FF2B5EF4-FFF2-40B4-BE49-F238E27FC236}">
                <a16:creationId xmlns:a16="http://schemas.microsoft.com/office/drawing/2014/main" id="{4A1714BB-F4F4-315B-C1F2-A9136541A78A}"/>
              </a:ext>
            </a:extLst>
          </p:cNvPr>
          <p:cNvSpPr txBox="1">
            <a:spLocks noChangeArrowheads="1"/>
          </p:cNvSpPr>
          <p:nvPr/>
        </p:nvSpPr>
        <p:spPr bwMode="auto">
          <a:xfrm>
            <a:off x="0" y="5600700"/>
            <a:ext cx="90249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nSpc>
                <a:spcPct val="150000"/>
              </a:lnSpc>
            </a:pPr>
            <a:r>
              <a:rPr lang="en-US" altLang="ko-KR" sz="1200" b="1">
                <a:latin typeface="Arial" panose="020B0604020202020204" pitchFamily="34" charset="0"/>
                <a:ea typeface="돋움체" panose="020B0609000101010101" pitchFamily="49" charset="-127"/>
                <a:cs typeface="Arial" panose="020B0604020202020204" pitchFamily="34" charset="0"/>
              </a:rPr>
              <a:t>*Note</a:t>
            </a:r>
          </a:p>
          <a:p>
            <a:r>
              <a:rPr lang="en-US" altLang="ko-KR" sz="1200">
                <a:latin typeface="Arial" panose="020B0604020202020204" pitchFamily="34" charset="0"/>
                <a:ea typeface="돋움체" panose="020B0609000101010101" pitchFamily="49" charset="-127"/>
                <a:cs typeface="Arial" panose="020B0604020202020204" pitchFamily="34" charset="0"/>
              </a:rPr>
              <a:t>-</a:t>
            </a:r>
            <a:r>
              <a:rPr lang="en-US" altLang="ko-KR" sz="1200" b="1">
                <a:latin typeface="Arial" panose="020B0604020202020204" pitchFamily="34" charset="0"/>
                <a:ea typeface="돋움체" panose="020B0609000101010101" pitchFamily="49" charset="-127"/>
                <a:cs typeface="Arial" panose="020B0604020202020204" pitchFamily="34" charset="0"/>
              </a:rPr>
              <a:t> </a:t>
            </a:r>
            <a:r>
              <a:rPr lang="en-US" altLang="ko-KR" sz="1100">
                <a:latin typeface="Arial" panose="020B0604020202020204" pitchFamily="34" charset="0"/>
                <a:ea typeface="돋움체" panose="020B0609000101010101" pitchFamily="49" charset="-127"/>
                <a:cs typeface="Arial" panose="020B0604020202020204" pitchFamily="34" charset="0"/>
              </a:rPr>
              <a:t>Description of each UI button’s function and location is required for better understanding, especially for non-English apps. </a:t>
            </a:r>
          </a:p>
          <a:p>
            <a:endParaRPr lang="en-US" altLang="ko-KR" sz="1100">
              <a:latin typeface="Arial" panose="020B0604020202020204" pitchFamily="34" charset="0"/>
              <a:ea typeface="돋움체" panose="020B0609000101010101" pitchFamily="49" charset="-127"/>
              <a:cs typeface="Arial" panose="020B0604020202020204" pitchFamily="34" charset="0"/>
            </a:endParaRPr>
          </a:p>
          <a:p>
            <a:endParaRPr lang="ko-KR" altLang="en-US" sz="1100">
              <a:latin typeface="Arial" panose="020B0604020202020204" pitchFamily="34" charset="0"/>
              <a:ea typeface="돋움체" panose="020B0609000101010101" pitchFamily="49" charset="-127"/>
              <a:cs typeface="Arial" panose="020B0604020202020204" pitchFamily="34" charset="0"/>
            </a:endParaRPr>
          </a:p>
        </p:txBody>
      </p:sp>
      <p:pic>
        <p:nvPicPr>
          <p:cNvPr id="3" name="Picture 2">
            <a:extLst>
              <a:ext uri="{FF2B5EF4-FFF2-40B4-BE49-F238E27FC236}">
                <a16:creationId xmlns:a16="http://schemas.microsoft.com/office/drawing/2014/main" id="{C7EE109D-960E-AC13-505E-FEC85F094F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42900" y="1041400"/>
            <a:ext cx="6553200" cy="368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표 29">
            <a:extLst>
              <a:ext uri="{FF2B5EF4-FFF2-40B4-BE49-F238E27FC236}">
                <a16:creationId xmlns:a16="http://schemas.microsoft.com/office/drawing/2014/main" id="{51F79402-4685-85A4-3C37-1131D8E76502}"/>
              </a:ext>
            </a:extLst>
          </p:cNvPr>
          <p:cNvGraphicFramePr>
            <a:graphicFrameLocks noGrp="1"/>
          </p:cNvGraphicFramePr>
          <p:nvPr>
            <p:extLst>
              <p:ext uri="{D42A27DB-BD31-4B8C-83A1-F6EECF244321}">
                <p14:modId xmlns:p14="http://schemas.microsoft.com/office/powerpoint/2010/main" val="2209145810"/>
              </p:ext>
            </p:extLst>
          </p:nvPr>
        </p:nvGraphicFramePr>
        <p:xfrm>
          <a:off x="7239000" y="642938"/>
          <a:ext cx="2609850" cy="4252912"/>
        </p:xfrm>
        <a:graphic>
          <a:graphicData uri="http://schemas.openxmlformats.org/drawingml/2006/table">
            <a:tbl>
              <a:tblPr/>
              <a:tblGrid>
                <a:gridCol w="396875">
                  <a:extLst>
                    <a:ext uri="{9D8B030D-6E8A-4147-A177-3AD203B41FA5}">
                      <a16:colId xmlns:a16="http://schemas.microsoft.com/office/drawing/2014/main" val="20000"/>
                    </a:ext>
                  </a:extLst>
                </a:gridCol>
                <a:gridCol w="2212975">
                  <a:extLst>
                    <a:ext uri="{9D8B030D-6E8A-4147-A177-3AD203B41FA5}">
                      <a16:colId xmlns:a16="http://schemas.microsoft.com/office/drawing/2014/main" val="20001"/>
                    </a:ext>
                  </a:extLst>
                </a:gridCol>
              </a:tblGrid>
              <a:tr h="393700">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anose="020B0604020202020204" pitchFamily="34" charset="0"/>
                          <a:ea typeface="맑은 고딕" panose="020B0503020000020004" pitchFamily="50" charset="-127"/>
                          <a:cs typeface="Arial" panose="020B0604020202020204" pitchFamily="34" charset="0"/>
                        </a:rPr>
                        <a:t>Description</a:t>
                      </a:r>
                      <a:endParaRPr kumimoji="0" lang="ko-KR" altLang="en-US" sz="1800" b="1" i="0" u="none" strike="noStrike" cap="none" normalizeH="0" baseline="0">
                        <a:ln>
                          <a:noFill/>
                        </a:ln>
                        <a:solidFill>
                          <a:schemeClr val="bg1"/>
                        </a:solidFill>
                        <a:effectLst>
                          <a:outerShdw blurRad="38100" dist="38100" dir="2700000" algn="tl">
                            <a:srgbClr val="000000"/>
                          </a:outerShdw>
                        </a:effectLst>
                        <a:latin typeface="Arial" panose="020B0604020202020204" pitchFamily="34" charset="0"/>
                        <a:ea typeface="맑은 고딕" panose="020B0503020000020004" pitchFamily="50" charset="-127"/>
                        <a:cs typeface="Arial" panose="020B0604020202020204" pitchFamily="34" charset="0"/>
                      </a:endParaRPr>
                    </a:p>
                  </a:txBody>
                  <a:tcPr marL="179952" marR="35990" marT="45731" marB="45731"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376238">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rPr>
                        <a:t>Portal Name (Custom user label)</a:t>
                      </a:r>
                      <a:endParaRPr kumimoji="0" lang="ko-KR" altLang="en-US"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pt-BR"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rPr>
                        <a:t>Protocol Selector (Xtream / M3U / MAC)</a:t>
                      </a:r>
                      <a:endParaRPr kumimoji="0" lang="ko-KR" altLang="en-US"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3700">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rPr>
                        <a:t>Server URL / Host input field</a:t>
                      </a: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3"/>
                  </a:ext>
                </a:extLst>
              </a:tr>
              <a:tr h="366713">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rPr>
                        <a:t>Username / MAC address input</a:t>
                      </a:r>
                      <a:endParaRPr kumimoji="0" lang="ko-KR" altLang="en-US"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3700">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rPr>
                        <a:t>Password input field</a:t>
                      </a:r>
                      <a:endParaRPr kumimoji="0" lang="ko-KR" altLang="en-US"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3700">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rPr>
                        <a:t>'Connect Portal' submit action button</a:t>
                      </a:r>
                      <a:endParaRPr kumimoji="0" lang="ko-KR" altLang="en-US"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3700">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Pre-loaded Demo Public Streams Available</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7"/>
                  </a:ext>
                </a:extLst>
              </a:tr>
              <a:tr h="393700">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Xtream Host</a:t>
                      </a: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IN" altLang="ko-KR" sz="1000" b="0" i="0" u="none" strike="noStrike" cap="none" normalizeH="0" baseline="0">
                          <a:ln>
                            <a:noFill/>
                          </a:ln>
                          <a:solidFill>
                            <a:srgbClr val="000000"/>
                          </a:solidFill>
                          <a:effectLst/>
                          <a:latin typeface="Arial" panose="020B0604020202020204" pitchFamily="34" charset="0"/>
                          <a:ea typeface="굴림" panose="020B0600000101010101" pitchFamily="50" charset="-127"/>
                          <a:cs typeface="Arial" panose="020B0604020202020204" pitchFamily="34" charset="0"/>
                        </a:rPr>
                        <a:t>http://demo.infinityiptv.com:8080</a:t>
                      </a:r>
                      <a:endParaRPr kumimoji="0" lang="ko-KR" altLang="en-US" sz="1000" b="0" i="0" u="none" strike="noStrike" cap="none" normalizeH="0" baseline="0">
                        <a:ln>
                          <a:noFill/>
                        </a:ln>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3700">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Username / Password</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IN" altLang="ko-KR" sz="1000" b="0" i="0" u="none" strike="noStrike" cap="none" normalizeH="0" baseline="0">
                          <a:ln>
                            <a:noFill/>
                          </a:ln>
                          <a:solidFill>
                            <a:srgbClr val="000000"/>
                          </a:solidFill>
                          <a:effectLst/>
                          <a:latin typeface="Arial" panose="020B0604020202020204" pitchFamily="34" charset="0"/>
                          <a:ea typeface="굴림" panose="020B0600000101010101" pitchFamily="50" charset="-127"/>
                          <a:cs typeface="Arial" panose="020B0604020202020204" pitchFamily="34" charset="0"/>
                        </a:rPr>
                        <a:t>lgqa_test / lgqa_pass2026</a:t>
                      </a:r>
                      <a:endParaRPr kumimoji="0" lang="ko-KR" altLang="en-US" sz="1000" b="0" i="0" u="none" strike="noStrike" cap="none" normalizeH="0" baseline="0">
                        <a:ln>
                          <a:noFill/>
                        </a:ln>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3700">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rPr>
                        <a:t>Public M3U Stream</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IN" altLang="ko-KR" sz="1000" b="0" i="0" u="none" strike="noStrike" cap="none" normalizeH="0" baseline="0">
                          <a:ln>
                            <a:noFill/>
                          </a:ln>
                          <a:solidFill>
                            <a:srgbClr val="000000"/>
                          </a:solidFill>
                          <a:effectLst/>
                          <a:latin typeface="Arial" panose="020B0604020202020204" pitchFamily="34" charset="0"/>
                          <a:ea typeface="굴림" panose="020B0600000101010101" pitchFamily="50" charset="-127"/>
                          <a:cs typeface="Arial" panose="020B0604020202020204" pitchFamily="34" charset="0"/>
                        </a:rPr>
                        <a:t>https://iptv-org.github.io/iptv/index.m3u</a:t>
                      </a:r>
                      <a:endParaRPr kumimoji="0" lang="ko-KR" altLang="en-US" sz="1000" b="0" i="0" u="none" strike="noStrike" cap="none" normalizeH="0" baseline="0">
                        <a:ln>
                          <a:noFill/>
                        </a:ln>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71981" marR="35990" marT="45731" marB="45731"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6665" name="Text Box 3">
            <a:extLst>
              <a:ext uri="{FF2B5EF4-FFF2-40B4-BE49-F238E27FC236}">
                <a16:creationId xmlns:a16="http://schemas.microsoft.com/office/drawing/2014/main" id="{2363F8BD-7B5E-D83E-B593-6FDCBD90D60C}"/>
              </a:ext>
            </a:extLst>
          </p:cNvPr>
          <p:cNvSpPr txBox="1">
            <a:spLocks noChangeArrowheads="1"/>
          </p:cNvSpPr>
          <p:nvPr/>
        </p:nvSpPr>
        <p:spPr bwMode="auto">
          <a:xfrm>
            <a:off x="2159000" y="266382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C00000"/>
                </a:solidFill>
                <a:latin typeface="Arial" panose="020B0604020202020204" pitchFamily="34" charset="0"/>
                <a:cs typeface="Arial" panose="020B0604020202020204" pitchFamily="34" charset="0"/>
              </a:rPr>
              <a:t>②</a:t>
            </a:r>
          </a:p>
        </p:txBody>
      </p:sp>
      <p:sp>
        <p:nvSpPr>
          <p:cNvPr id="16" name="직사각형 15">
            <a:extLst>
              <a:ext uri="{FF2B5EF4-FFF2-40B4-BE49-F238E27FC236}">
                <a16:creationId xmlns:a16="http://schemas.microsoft.com/office/drawing/2014/main" id="{605DE202-4A4F-AF2A-4709-5B6C60EB7496}"/>
              </a:ext>
            </a:extLst>
          </p:cNvPr>
          <p:cNvSpPr/>
          <p:nvPr/>
        </p:nvSpPr>
        <p:spPr bwMode="auto">
          <a:xfrm>
            <a:off x="0" y="5013325"/>
            <a:ext cx="9906000" cy="1295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anose="020B0604020202020204" pitchFamily="34" charset="0"/>
                <a:ea typeface="Arial Unicode MS" panose="020B0604020202020204" pitchFamily="50" charset="-127"/>
                <a:cs typeface="Arial" panose="020B0604020202020204" pitchFamily="34" charset="0"/>
              </a:rPr>
              <a:t>Detailed Information:
- Infinity IPTV Player follows a 'Bring Your Own Content' (BYOC) model. Users connect their IPTV provider via Xtream Codes, M3U URL, or MAC Portal.
- Test Credentials / Public Sample Streams are provided for LG QA engineers below to verify instant playback without requiring a personal subscription.</a:t>
            </a:r>
            <a:endParaRPr lang="en-US" altLang="ko-KR" sz="1400" dirty="0">
              <a:latin typeface="Arial" panose="020B0604020202020204" pitchFamily="34" charset="0"/>
              <a:ea typeface="Arial Unicode MS" pitchFamily="50" charset="-127"/>
              <a:cs typeface="Arial" panose="020B0604020202020204" pitchFamily="34" charset="0"/>
            </a:endParaRPr>
          </a:p>
        </p:txBody>
      </p:sp>
      <p:sp>
        <p:nvSpPr>
          <p:cNvPr id="18" name="텍스트 개체 틀 16">
            <a:extLst>
              <a:ext uri="{FF2B5EF4-FFF2-40B4-BE49-F238E27FC236}">
                <a16:creationId xmlns:a16="http://schemas.microsoft.com/office/drawing/2014/main" id="{D010D50B-BDF5-1356-7A11-6683683503EB}"/>
              </a:ext>
            </a:extLst>
          </p:cNvPr>
          <p:cNvSpPr txBox="1">
            <a:spLocks/>
          </p:cNvSpPr>
          <p:nvPr/>
        </p:nvSpPr>
        <p:spPr bwMode="auto">
          <a:xfrm>
            <a:off x="0" y="188913"/>
            <a:ext cx="7761288" cy="369887"/>
          </a:xfrm>
          <a:prstGeom prst="rect">
            <a:avLst/>
          </a:prstGeom>
          <a:noFill/>
          <a:ln>
            <a:miter lim="800000"/>
            <a:headEnd/>
            <a:tailEnd/>
          </a:ln>
        </p:spPr>
        <p:txBody>
          <a:bodyPr>
            <a:spAutoFit/>
          </a:bodyPr>
          <a:lstStyle/>
          <a:p>
            <a:pPr marL="342900" indent="-342900" latinLnBrk="1">
              <a:spcBef>
                <a:spcPct val="50000"/>
              </a:spcBef>
              <a:defRPr/>
            </a:pPr>
            <a:r>
              <a:rPr kumimoji="1" lang="en-US" altLang="ko-KR" b="1" kern="0" dirty="0">
                <a:latin typeface="Arial" pitchFamily="34" charset="0"/>
                <a:ea typeface="돋움" pitchFamily="50" charset="-127"/>
                <a:cs typeface="Arial" pitchFamily="34" charset="0"/>
              </a:rPr>
              <a:t>4. Detailed Login Information</a:t>
            </a:r>
            <a:endParaRPr kumimoji="1" lang="ko-KR" altLang="en-US" b="1" kern="0" dirty="0">
              <a:latin typeface="Arial" pitchFamily="34" charset="0"/>
              <a:ea typeface="맑은 고딕" pitchFamily="50" charset="-127"/>
              <a:cs typeface="Arial" pitchFamily="34" charset="0"/>
            </a:endParaRPr>
          </a:p>
        </p:txBody>
      </p:sp>
      <p:sp>
        <p:nvSpPr>
          <p:cNvPr id="26668" name="Text Box 43">
            <a:extLst>
              <a:ext uri="{FF2B5EF4-FFF2-40B4-BE49-F238E27FC236}">
                <a16:creationId xmlns:a16="http://schemas.microsoft.com/office/drawing/2014/main" id="{E107395E-F256-AD42-6082-156BEB6F3CC7}"/>
              </a:ext>
            </a:extLst>
          </p:cNvPr>
          <p:cNvSpPr txBox="1">
            <a:spLocks noChangeArrowheads="1"/>
          </p:cNvSpPr>
          <p:nvPr/>
        </p:nvSpPr>
        <p:spPr bwMode="auto">
          <a:xfrm>
            <a:off x="2159000" y="2328863"/>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C00000"/>
                </a:solidFill>
                <a:latin typeface="Arial" panose="020B0604020202020204" pitchFamily="34" charset="0"/>
                <a:cs typeface="Arial" panose="020B0604020202020204" pitchFamily="34" charset="0"/>
              </a:rPr>
              <a:t>①</a:t>
            </a:r>
          </a:p>
        </p:txBody>
      </p:sp>
      <p:pic>
        <p:nvPicPr>
          <p:cNvPr id="3" name="Picture 2">
            <a:extLst>
              <a:ext uri="{FF2B5EF4-FFF2-40B4-BE49-F238E27FC236}">
                <a16:creationId xmlns:a16="http://schemas.microsoft.com/office/drawing/2014/main" id="{FB2E3E94-89DF-F1CA-37FF-786ADB0F48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63" y="836613"/>
            <a:ext cx="7040562" cy="39608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FD442419-C647-237E-2895-BDD6B43DAA2D}"/>
              </a:ext>
            </a:extLst>
          </p:cNvPr>
          <p:cNvSpPr/>
          <p:nvPr/>
        </p:nvSpPr>
        <p:spPr bwMode="auto">
          <a:xfrm>
            <a:off x="0" y="4943475"/>
            <a:ext cx="9906000" cy="1355725"/>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Main Landing Screen (Dashboard): Provides immediate access to all media categories, global content search, and TV Guide.
- Remote Navigation: Directional keys navigate focus smoothly with Euclidean 2D spatial navigation.
- Over-scan Safe Zone: All elements are contained within LG's 1080p safe zone boundaries.</a:t>
            </a:r>
            <a:endParaRPr lang="ko-KR" altLang="en-US" sz="1200" b="1" dirty="0">
              <a:latin typeface="Arial" pitchFamily="34" charset="0"/>
              <a:ea typeface="굴림" panose="020B0600000101010101" pitchFamily="50" charset="-127"/>
              <a:cs typeface="Arial" pitchFamily="34" charset="0"/>
            </a:endParaRPr>
          </a:p>
        </p:txBody>
      </p:sp>
      <p:sp>
        <p:nvSpPr>
          <p:cNvPr id="28676" name="TextBox 5">
            <a:extLst>
              <a:ext uri="{FF2B5EF4-FFF2-40B4-BE49-F238E27FC236}">
                <a16:creationId xmlns:a16="http://schemas.microsoft.com/office/drawing/2014/main" id="{7AA6D0AE-C340-2779-14BA-28E0BDBB992C}"/>
              </a:ext>
            </a:extLst>
          </p:cNvPr>
          <p:cNvSpPr txBox="1">
            <a:spLocks noChangeArrowheads="1"/>
          </p:cNvSpPr>
          <p:nvPr/>
        </p:nvSpPr>
        <p:spPr bwMode="auto">
          <a:xfrm>
            <a:off x="166688" y="642938"/>
            <a:ext cx="2681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1. Main Dashboard &amp; Hub</a:t>
            </a:r>
          </a:p>
        </p:txBody>
      </p:sp>
      <p:sp>
        <p:nvSpPr>
          <p:cNvPr id="28677" name="Text Box 43">
            <a:extLst>
              <a:ext uri="{FF2B5EF4-FFF2-40B4-BE49-F238E27FC236}">
                <a16:creationId xmlns:a16="http://schemas.microsoft.com/office/drawing/2014/main" id="{8A6CE284-071D-A246-222A-3DBD3BD1D77A}"/>
              </a:ext>
            </a:extLst>
          </p:cNvPr>
          <p:cNvSpPr txBox="1">
            <a:spLocks noChangeArrowheads="1"/>
          </p:cNvSpPr>
          <p:nvPr/>
        </p:nvSpPr>
        <p:spPr bwMode="auto">
          <a:xfrm>
            <a:off x="2505075" y="194627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C00000"/>
                </a:solidFill>
                <a:latin typeface="Arial" panose="020B0604020202020204" pitchFamily="34" charset="0"/>
                <a:cs typeface="Arial" panose="020B0604020202020204" pitchFamily="34" charset="0"/>
              </a:rPr>
              <a:t>①</a:t>
            </a:r>
          </a:p>
        </p:txBody>
      </p:sp>
      <p:sp>
        <p:nvSpPr>
          <p:cNvPr id="28678" name="Text Box 3">
            <a:extLst>
              <a:ext uri="{FF2B5EF4-FFF2-40B4-BE49-F238E27FC236}">
                <a16:creationId xmlns:a16="http://schemas.microsoft.com/office/drawing/2014/main" id="{ACE0AFA0-A6A3-7437-BE6E-C4128E7DE323}"/>
              </a:ext>
            </a:extLst>
          </p:cNvPr>
          <p:cNvSpPr txBox="1">
            <a:spLocks noChangeArrowheads="1"/>
          </p:cNvSpPr>
          <p:nvPr/>
        </p:nvSpPr>
        <p:spPr bwMode="auto">
          <a:xfrm>
            <a:off x="2847975" y="249237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C00000"/>
                </a:solidFill>
                <a:latin typeface="Arial" panose="020B0604020202020204" pitchFamily="34" charset="0"/>
                <a:cs typeface="Arial" panose="020B0604020202020204" pitchFamily="34" charset="0"/>
              </a:rPr>
              <a:t>②</a:t>
            </a:r>
          </a:p>
        </p:txBody>
      </p:sp>
      <p:sp>
        <p:nvSpPr>
          <p:cNvPr id="28679" name="Text Box 4">
            <a:extLst>
              <a:ext uri="{FF2B5EF4-FFF2-40B4-BE49-F238E27FC236}">
                <a16:creationId xmlns:a16="http://schemas.microsoft.com/office/drawing/2014/main" id="{CB51F95C-29B3-21B8-A310-8CB5008C17AE}"/>
              </a:ext>
            </a:extLst>
          </p:cNvPr>
          <p:cNvSpPr txBox="1">
            <a:spLocks noChangeArrowheads="1"/>
          </p:cNvSpPr>
          <p:nvPr/>
        </p:nvSpPr>
        <p:spPr bwMode="auto">
          <a:xfrm>
            <a:off x="6032500" y="436562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C00000"/>
                </a:solidFill>
                <a:latin typeface="Arial" panose="020B0604020202020204" pitchFamily="34" charset="0"/>
                <a:cs typeface="Arial" panose="020B0604020202020204" pitchFamily="34" charset="0"/>
              </a:rPr>
              <a:t>③</a:t>
            </a:r>
          </a:p>
        </p:txBody>
      </p:sp>
      <p:sp>
        <p:nvSpPr>
          <p:cNvPr id="17" name="텍스트 개체 틀 16">
            <a:extLst>
              <a:ext uri="{FF2B5EF4-FFF2-40B4-BE49-F238E27FC236}">
                <a16:creationId xmlns:a16="http://schemas.microsoft.com/office/drawing/2014/main" id="{5C66A487-76AD-3604-E8DA-07BFB668EFDD}"/>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ea typeface="돋움" pitchFamily="50" charset="-127"/>
                <a:cs typeface="Arial" pitchFamily="34" charset="0"/>
              </a:rPr>
              <a:t>5. Main Page Description </a:t>
            </a:r>
            <a:endParaRPr>
              <a:latin typeface="Arial" pitchFamily="34" charset="0"/>
              <a:cs typeface="Arial" pitchFamily="34" charset="0"/>
            </a:endParaRPr>
          </a:p>
        </p:txBody>
      </p:sp>
      <p:graphicFrame>
        <p:nvGraphicFramePr>
          <p:cNvPr id="18" name="표 17">
            <a:extLst>
              <a:ext uri="{FF2B5EF4-FFF2-40B4-BE49-F238E27FC236}">
                <a16:creationId xmlns:a16="http://schemas.microsoft.com/office/drawing/2014/main" id="{CBA11EFD-C6B0-251A-E345-2372D609E5B5}"/>
              </a:ext>
            </a:extLst>
          </p:cNvPr>
          <p:cNvGraphicFramePr>
            <a:graphicFrameLocks noGrp="1"/>
          </p:cNvGraphicFramePr>
          <p:nvPr>
            <p:extLst>
              <p:ext uri="{D42A27DB-BD31-4B8C-83A1-F6EECF244321}">
                <p14:modId xmlns:p14="http://schemas.microsoft.com/office/powerpoint/2010/main" val="1666396614"/>
              </p:ext>
            </p:extLst>
          </p:nvPr>
        </p:nvGraphicFramePr>
        <p:xfrm>
          <a:off x="7256463" y="620713"/>
          <a:ext cx="2632075" cy="4254500"/>
        </p:xfrm>
        <a:graphic>
          <a:graphicData uri="http://schemas.openxmlformats.org/drawingml/2006/table">
            <a:tbl>
              <a:tblPr/>
              <a:tblGrid>
                <a:gridCol w="428671">
                  <a:extLst>
                    <a:ext uri="{9D8B030D-6E8A-4147-A177-3AD203B41FA5}">
                      <a16:colId xmlns:a16="http://schemas.microsoft.com/office/drawing/2014/main" val="20000"/>
                    </a:ext>
                  </a:extLst>
                </a:gridCol>
                <a:gridCol w="2203404">
                  <a:extLst>
                    <a:ext uri="{9D8B030D-6E8A-4147-A177-3AD203B41FA5}">
                      <a16:colId xmlns:a16="http://schemas.microsoft.com/office/drawing/2014/main" val="20001"/>
                    </a:ext>
                  </a:extLst>
                </a:gridCol>
              </a:tblGrid>
              <a:tr h="387628">
                <a:tc gridSpan="2">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rPr>
                        <a:t>UI Element &amp; Action Description</a:t>
                      </a:r>
                      <a:endParaRPr kumimoji="0" lang="ko-KR" altLang="en-US" sz="1800" b="1" i="0" u="none" strike="noStrike" cap="none" normalizeH="0" baseline="0" dirty="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endParaRPr>
                    </a:p>
                  </a:txBody>
                  <a:tcPr marL="180004" marR="36001" marT="45714" marB="45714"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39723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1</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Branding Logo (Infinity IPTV Player)</a:t>
                      </a:r>
                      <a:endParaRPr kumimoji="0" lang="ko-KR" altLang="en-US" sz="1000" b="0" i="0" u="none" strike="noStrike" cap="none" normalizeH="0" baseline="0">
                        <a:ln>
                          <a:noFill/>
                        </a:ln>
                        <a:solidFill>
                          <a:schemeClr val="tx1"/>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2</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Quick Refresh Button (syncs portal data)</a:t>
                      </a:r>
                      <a:endParaRPr kumimoji="0" lang="ko-KR" altLang="en-US"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3</a:t>
                      </a:r>
                      <a:endParaRPr kumimoji="0" lang="ko-KR" altLang="en-US" sz="12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Portals Button (switch / add IPTV portals)</a:t>
                      </a:r>
                      <a:endParaRPr kumimoji="0" lang="ko-KR" altLang="en-US"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4</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Settings Button (player engine &amp; config)</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5</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Search Content Pill (global search)</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6</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IN" altLang="ko-KR" sz="1000" b="0" i="0" u="none" strike="noStrike" cap="none" normalizeH="0" baseline="0">
                          <a:ln>
                            <a:noFill/>
                          </a:ln>
                          <a:solidFill>
                            <a:srgbClr val="000000"/>
                          </a:solidFill>
                          <a:effectLst/>
                          <a:latin typeface="맑은 고딕" pitchFamily="50" charset="-127"/>
                          <a:ea typeface="맑은 고딕" pitchFamily="50" charset="-127"/>
                        </a:rPr>
                        <a:t>TV Guide Pill (EPG program grid)</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7</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rgbClr val="000000"/>
                          </a:solidFill>
                          <a:effectLst/>
                          <a:latin typeface="굴림" charset="-127"/>
                          <a:ea typeface="굴림" charset="-127"/>
                        </a:rPr>
                        <a:t>Live TV Card (launches live streaming)</a:t>
                      </a: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861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8</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rgbClr val="000000"/>
                          </a:solidFill>
                          <a:effectLst/>
                          <a:latin typeface="굴림" charset="-127"/>
                          <a:ea typeface="굴림" charset="-127"/>
                        </a:rPr>
                        <a:t>Movies Card (opens VOD library)</a:t>
                      </a: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9</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rgbClr val="000000"/>
                          </a:solidFill>
                          <a:effectLst/>
                          <a:latin typeface="굴림" charset="-127"/>
                          <a:ea typeface="굴림" charset="-127"/>
                        </a:rPr>
                        <a:t>Series Card (opens episodic TV shows)</a:t>
                      </a: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76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10</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800" b="0" i="0" u="none" strike="noStrike" cap="none" normalizeH="0" baseline="0">
                          <a:ln>
                            <a:noFill/>
                          </a:ln>
                          <a:solidFill>
                            <a:srgbClr val="000000"/>
                          </a:solidFill>
                          <a:effectLst/>
                          <a:latin typeface="굴림" charset="-127"/>
                          <a:ea typeface="굴림" charset="-127"/>
                        </a:rPr>
                        <a:t>Remote Back Key: Clean application exit</a:t>
                      </a: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1" marR="36001" marT="45714" marB="45714"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8719" name="TextBox 23">
            <a:extLst>
              <a:ext uri="{FF2B5EF4-FFF2-40B4-BE49-F238E27FC236}">
                <a16:creationId xmlns:a16="http://schemas.microsoft.com/office/drawing/2014/main" id="{AACCD104-0985-7307-AD51-A0B66FBBC882}"/>
              </a:ext>
            </a:extLst>
          </p:cNvPr>
          <p:cNvSpPr txBox="1">
            <a:spLocks noChangeArrowheads="1"/>
          </p:cNvSpPr>
          <p:nvPr/>
        </p:nvSpPr>
        <p:spPr bwMode="auto">
          <a:xfrm>
            <a:off x="12700" y="5602288"/>
            <a:ext cx="90249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nSpc>
                <a:spcPct val="150000"/>
              </a:lnSpc>
            </a:pPr>
            <a:r>
              <a:rPr lang="en-US" altLang="ko-KR" sz="1200" b="1">
                <a:latin typeface="Arial" panose="020B0604020202020204" pitchFamily="34" charset="0"/>
                <a:ea typeface="돋움체" panose="020B0609000101010101" pitchFamily="49" charset="-127"/>
                <a:cs typeface="Arial" panose="020B0604020202020204" pitchFamily="34" charset="0"/>
              </a:rPr>
              <a:t>*Note</a:t>
            </a:r>
          </a:p>
          <a:p>
            <a:r>
              <a:rPr lang="en-US" altLang="ko-KR" sz="1200">
                <a:latin typeface="Arial" panose="020B0604020202020204" pitchFamily="34" charset="0"/>
                <a:ea typeface="돋움체" panose="020B0609000101010101" pitchFamily="49" charset="-127"/>
                <a:cs typeface="Arial" panose="020B0604020202020204" pitchFamily="34" charset="0"/>
              </a:rPr>
              <a:t>-</a:t>
            </a:r>
            <a:r>
              <a:rPr lang="en-US" altLang="ko-KR" sz="1200" b="1">
                <a:latin typeface="Arial" panose="020B0604020202020204" pitchFamily="34" charset="0"/>
                <a:ea typeface="돋움체" panose="020B0609000101010101" pitchFamily="49" charset="-127"/>
                <a:cs typeface="Arial" panose="020B0604020202020204" pitchFamily="34" charset="0"/>
              </a:rPr>
              <a:t> </a:t>
            </a:r>
            <a:r>
              <a:rPr lang="en-US" altLang="ko-KR" sz="1100">
                <a:latin typeface="Arial" panose="020B0604020202020204" pitchFamily="34" charset="0"/>
                <a:ea typeface="돋움체" panose="020B0609000101010101" pitchFamily="49" charset="-127"/>
                <a:cs typeface="Arial" panose="020B0604020202020204" pitchFamily="34" charset="0"/>
              </a:rPr>
              <a:t>Description of each UI button’s function and location is required for better understanding, especially for non-English apps. </a:t>
            </a:r>
          </a:p>
          <a:p>
            <a:endParaRPr lang="en-US" altLang="ko-KR" sz="1100">
              <a:latin typeface="Arial" panose="020B0604020202020204" pitchFamily="34" charset="0"/>
              <a:ea typeface="돋움체" panose="020B0609000101010101" pitchFamily="49" charset="-127"/>
              <a:cs typeface="Arial" panose="020B0604020202020204" pitchFamily="34" charset="0"/>
            </a:endParaRPr>
          </a:p>
          <a:p>
            <a:endParaRPr lang="ko-KR" altLang="en-US" sz="1100">
              <a:latin typeface="Arial" panose="020B0604020202020204" pitchFamily="34" charset="0"/>
              <a:ea typeface="돋움체" panose="020B0609000101010101" pitchFamily="49" charset="-127"/>
              <a:cs typeface="Arial" panose="020B0604020202020204" pitchFamily="34" charset="0"/>
            </a:endParaRPr>
          </a:p>
        </p:txBody>
      </p:sp>
      <p:pic>
        <p:nvPicPr>
          <p:cNvPr id="3" name="Picture 2">
            <a:extLst>
              <a:ext uri="{FF2B5EF4-FFF2-40B4-BE49-F238E27FC236}">
                <a16:creationId xmlns:a16="http://schemas.microsoft.com/office/drawing/2014/main" id="{B04EC280-A588-6B25-F961-4B4F702461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8588" y="915988"/>
            <a:ext cx="7040562" cy="3959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779F37B4-FCE9-9DEE-2A7B-73DA1572659C}"/>
              </a:ext>
            </a:extLst>
          </p:cNvPr>
          <p:cNvSpPr/>
          <p:nvPr/>
        </p:nvSpPr>
        <p:spPr bwMode="auto">
          <a:xfrm>
            <a:off x="0" y="5013325"/>
            <a:ext cx="9906000" cy="1285875"/>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Visual Focus Indicator: In compliance with LG webOS Display Guidelines, focused elements feature an illuminated white border and subtle scale animation.
- Remote OK / Enter: Pressing OK on any focused category card immediately transitions to the selected media section.</a:t>
            </a:r>
            <a:endParaRPr lang="ko-KR" altLang="en-US" sz="1200" b="1" dirty="0">
              <a:latin typeface="Arial" pitchFamily="34" charset="0"/>
              <a:ea typeface="굴림" panose="020B0600000101010101" pitchFamily="50" charset="-127"/>
              <a:cs typeface="Arial" pitchFamily="34" charset="0"/>
            </a:endParaRPr>
          </a:p>
        </p:txBody>
      </p:sp>
      <p:sp>
        <p:nvSpPr>
          <p:cNvPr id="30724" name="TextBox 5">
            <a:extLst>
              <a:ext uri="{FF2B5EF4-FFF2-40B4-BE49-F238E27FC236}">
                <a16:creationId xmlns:a16="http://schemas.microsoft.com/office/drawing/2014/main" id="{7FD7614A-8AE0-8431-E12A-4D322D2EA321}"/>
              </a:ext>
            </a:extLst>
          </p:cNvPr>
          <p:cNvSpPr txBox="1">
            <a:spLocks noChangeArrowheads="1"/>
          </p:cNvSpPr>
          <p:nvPr/>
        </p:nvSpPr>
        <p:spPr bwMode="auto">
          <a:xfrm>
            <a:off x="166688" y="535316"/>
            <a:ext cx="26812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2. Remote Focus States &amp; Selection</a:t>
            </a:r>
          </a:p>
        </p:txBody>
      </p:sp>
      <p:sp>
        <p:nvSpPr>
          <p:cNvPr id="30725" name="Text Box 43">
            <a:extLst>
              <a:ext uri="{FF2B5EF4-FFF2-40B4-BE49-F238E27FC236}">
                <a16:creationId xmlns:a16="http://schemas.microsoft.com/office/drawing/2014/main" id="{A5806551-D3FB-CF75-C550-13AC724E64DC}"/>
              </a:ext>
            </a:extLst>
          </p:cNvPr>
          <p:cNvSpPr txBox="1">
            <a:spLocks noChangeArrowheads="1"/>
          </p:cNvSpPr>
          <p:nvPr/>
        </p:nvSpPr>
        <p:spPr bwMode="auto">
          <a:xfrm>
            <a:off x="1190625" y="1028700"/>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cs typeface="Arial" panose="020B0604020202020204" pitchFamily="34" charset="0"/>
              </a:rPr>
              <a:t>①</a:t>
            </a:r>
          </a:p>
        </p:txBody>
      </p:sp>
      <p:sp>
        <p:nvSpPr>
          <p:cNvPr id="30726" name="Text Box 3">
            <a:extLst>
              <a:ext uri="{FF2B5EF4-FFF2-40B4-BE49-F238E27FC236}">
                <a16:creationId xmlns:a16="http://schemas.microsoft.com/office/drawing/2014/main" id="{DAFF86BE-8B19-61B0-325D-6FC54FAE56ED}"/>
              </a:ext>
            </a:extLst>
          </p:cNvPr>
          <p:cNvSpPr txBox="1">
            <a:spLocks noChangeArrowheads="1"/>
          </p:cNvSpPr>
          <p:nvPr/>
        </p:nvSpPr>
        <p:spPr bwMode="auto">
          <a:xfrm>
            <a:off x="6105525" y="1028700"/>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cs typeface="Arial" panose="020B0604020202020204" pitchFamily="34" charset="0"/>
              </a:rPr>
              <a:t>②</a:t>
            </a:r>
          </a:p>
        </p:txBody>
      </p:sp>
      <p:sp>
        <p:nvSpPr>
          <p:cNvPr id="17" name="텍스트 개체 틀 16">
            <a:extLst>
              <a:ext uri="{FF2B5EF4-FFF2-40B4-BE49-F238E27FC236}">
                <a16:creationId xmlns:a16="http://schemas.microsoft.com/office/drawing/2014/main" id="{DD590E2C-EFF1-5599-172A-9DC932C28BF8}"/>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ea typeface="돋움" pitchFamily="50" charset="-127"/>
                <a:cs typeface="Arial" pitchFamily="34" charset="0"/>
              </a:rPr>
              <a:t>5. Main Page Description </a:t>
            </a:r>
            <a:endParaRPr>
              <a:latin typeface="Arial" pitchFamily="34" charset="0"/>
              <a:cs typeface="Arial" pitchFamily="34" charset="0"/>
            </a:endParaRPr>
          </a:p>
        </p:txBody>
      </p:sp>
      <p:graphicFrame>
        <p:nvGraphicFramePr>
          <p:cNvPr id="18" name="표 17">
            <a:extLst>
              <a:ext uri="{FF2B5EF4-FFF2-40B4-BE49-F238E27FC236}">
                <a16:creationId xmlns:a16="http://schemas.microsoft.com/office/drawing/2014/main" id="{019BC212-9C25-0400-8CD9-A018C27DBB58}"/>
              </a:ext>
            </a:extLst>
          </p:cNvPr>
          <p:cNvGraphicFramePr>
            <a:graphicFrameLocks noGrp="1"/>
          </p:cNvGraphicFramePr>
          <p:nvPr>
            <p:extLst>
              <p:ext uri="{D42A27DB-BD31-4B8C-83A1-F6EECF244321}">
                <p14:modId xmlns:p14="http://schemas.microsoft.com/office/powerpoint/2010/main" val="775499045"/>
              </p:ext>
            </p:extLst>
          </p:nvPr>
        </p:nvGraphicFramePr>
        <p:xfrm>
          <a:off x="7239000" y="642938"/>
          <a:ext cx="2609850" cy="4300537"/>
        </p:xfrm>
        <a:graphic>
          <a:graphicData uri="http://schemas.openxmlformats.org/drawingml/2006/table">
            <a:tbl>
              <a:tblPr/>
              <a:tblGrid>
                <a:gridCol w="407880">
                  <a:extLst>
                    <a:ext uri="{9D8B030D-6E8A-4147-A177-3AD203B41FA5}">
                      <a16:colId xmlns:a16="http://schemas.microsoft.com/office/drawing/2014/main" val="20000"/>
                    </a:ext>
                  </a:extLst>
                </a:gridCol>
                <a:gridCol w="2201970">
                  <a:extLst>
                    <a:ext uri="{9D8B030D-6E8A-4147-A177-3AD203B41FA5}">
                      <a16:colId xmlns:a16="http://schemas.microsoft.com/office/drawing/2014/main" val="20001"/>
                    </a:ext>
                  </a:extLst>
                </a:gridCol>
              </a:tblGrid>
              <a:tr h="391822">
                <a:tc gridSpan="2">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rPr>
                        <a:t>Focus Movement &amp; Behavior</a:t>
                      </a:r>
                      <a:endParaRPr kumimoji="0" lang="ko-KR" altLang="en-US" sz="1800" b="1" i="0" u="none" strike="noStrike" cap="none" normalizeH="0" baseline="0" dirty="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endParaRPr>
                    </a:p>
                  </a:txBody>
                  <a:tcPr marL="179952" marR="35990" marT="45713" marB="45713"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40153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chemeClr val="tx1"/>
                          </a:solidFill>
                          <a:effectLst/>
                          <a:latin typeface="Arial" pitchFamily="34" charset="0"/>
                          <a:ea typeface="맑은 고딕" pitchFamily="50" charset="-127"/>
                          <a:cs typeface="Arial" pitchFamily="34" charset="0"/>
                        </a:rPr>
                        <a:t>1</a:t>
                      </a:r>
                      <a:endParaRPr kumimoji="0" lang="ko-KR" altLang="en-US" sz="12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Live TV focused (highlighted border)</a:t>
                      </a:r>
                      <a:endParaRPr kumimoji="0" lang="ko-KR" altLang="en-US" sz="1000" b="0" i="0" u="none" strike="noStrike" cap="none" normalizeH="0" baseline="0">
                        <a:ln>
                          <a:noFill/>
                        </a:ln>
                        <a:solidFill>
                          <a:schemeClr val="tx1"/>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2</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Press Remote Right: Focus moves to Movies</a:t>
                      </a:r>
                      <a:endParaRPr kumimoji="0" lang="ko-KR" altLang="en-US" sz="10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3</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Press Remote Right: Focus moves to Series</a:t>
                      </a:r>
                      <a:endParaRPr kumimoji="0" lang="ko-KR" altLang="en-US"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4</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Press Remote Up: Focus moves to Search / EPG</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5</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Press Remote OK: Opens selected category</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6</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itchFamily="50" charset="-127"/>
                          <a:ea typeface="맑은 고딕" pitchFamily="50" charset="-127"/>
                        </a:rPr>
                        <a:t>Magic Remote Pointer: Hover effect supported</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260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1822">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marT="45713" marB="45713"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0766" name="TextBox 23">
            <a:extLst>
              <a:ext uri="{FF2B5EF4-FFF2-40B4-BE49-F238E27FC236}">
                <a16:creationId xmlns:a16="http://schemas.microsoft.com/office/drawing/2014/main" id="{4DD73D6E-AA21-4DB9-A085-77FBA85B41E4}"/>
              </a:ext>
            </a:extLst>
          </p:cNvPr>
          <p:cNvSpPr txBox="1">
            <a:spLocks noChangeArrowheads="1"/>
          </p:cNvSpPr>
          <p:nvPr/>
        </p:nvSpPr>
        <p:spPr bwMode="auto">
          <a:xfrm>
            <a:off x="0" y="5680075"/>
            <a:ext cx="90249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nSpc>
                <a:spcPct val="150000"/>
              </a:lnSpc>
            </a:pPr>
            <a:r>
              <a:rPr lang="en-US" altLang="ko-KR" sz="1200" b="1">
                <a:latin typeface="Arial" panose="020B0604020202020204" pitchFamily="34" charset="0"/>
                <a:ea typeface="돋움체" panose="020B0609000101010101" pitchFamily="49" charset="-127"/>
                <a:cs typeface="Arial" panose="020B0604020202020204" pitchFamily="34" charset="0"/>
              </a:rPr>
              <a:t>*Note</a:t>
            </a:r>
          </a:p>
          <a:p>
            <a:r>
              <a:rPr lang="en-US" altLang="ko-KR" sz="1200">
                <a:latin typeface="Arial" panose="020B0604020202020204" pitchFamily="34" charset="0"/>
                <a:ea typeface="돋움체" panose="020B0609000101010101" pitchFamily="49" charset="-127"/>
                <a:cs typeface="Arial" panose="020B0604020202020204" pitchFamily="34" charset="0"/>
              </a:rPr>
              <a:t>-</a:t>
            </a:r>
            <a:r>
              <a:rPr lang="en-US" altLang="ko-KR" sz="1200" b="1">
                <a:latin typeface="Arial" panose="020B0604020202020204" pitchFamily="34" charset="0"/>
                <a:ea typeface="돋움체" panose="020B0609000101010101" pitchFamily="49" charset="-127"/>
                <a:cs typeface="Arial" panose="020B0604020202020204" pitchFamily="34" charset="0"/>
              </a:rPr>
              <a:t> </a:t>
            </a:r>
            <a:r>
              <a:rPr lang="en-US" altLang="ko-KR" sz="1100">
                <a:latin typeface="Arial" panose="020B0604020202020204" pitchFamily="34" charset="0"/>
                <a:ea typeface="돋움체" panose="020B0609000101010101" pitchFamily="49" charset="-127"/>
                <a:cs typeface="Arial" panose="020B0604020202020204" pitchFamily="34" charset="0"/>
              </a:rPr>
              <a:t>Description of each UI button’s function and location is required for better understanding, especially for non-English apps. </a:t>
            </a:r>
          </a:p>
          <a:p>
            <a:endParaRPr lang="en-US" altLang="ko-KR" sz="1100">
              <a:latin typeface="Arial" panose="020B0604020202020204" pitchFamily="34" charset="0"/>
              <a:ea typeface="돋움체" panose="020B0609000101010101" pitchFamily="49" charset="-127"/>
              <a:cs typeface="Arial" panose="020B0604020202020204" pitchFamily="34" charset="0"/>
            </a:endParaRPr>
          </a:p>
          <a:p>
            <a:endParaRPr lang="ko-KR" altLang="en-US" sz="1100">
              <a:latin typeface="Arial" panose="020B0604020202020204" pitchFamily="34" charset="0"/>
              <a:ea typeface="돋움체" panose="020B0609000101010101" pitchFamily="49" charset="-127"/>
              <a:cs typeface="Arial" panose="020B0604020202020204" pitchFamily="34" charset="0"/>
            </a:endParaRPr>
          </a:p>
        </p:txBody>
      </p:sp>
      <p:pic>
        <p:nvPicPr>
          <p:cNvPr id="3" name="Picture 2">
            <a:extLst>
              <a:ext uri="{FF2B5EF4-FFF2-40B4-BE49-F238E27FC236}">
                <a16:creationId xmlns:a16="http://schemas.microsoft.com/office/drawing/2014/main" id="{1477E447-1487-006D-4EFD-84D9A19281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0013" y="987425"/>
            <a:ext cx="7040562" cy="39608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163">
            <a:extLst>
              <a:ext uri="{FF2B5EF4-FFF2-40B4-BE49-F238E27FC236}">
                <a16:creationId xmlns:a16="http://schemas.microsoft.com/office/drawing/2014/main" id="{8AA74694-A209-EC3D-D182-76F2B299B903}"/>
              </a:ext>
            </a:extLst>
          </p:cNvPr>
          <p:cNvSpPr txBox="1">
            <a:spLocks noChangeArrowheads="1"/>
          </p:cNvSpPr>
          <p:nvPr/>
        </p:nvSpPr>
        <p:spPr bwMode="auto">
          <a:xfrm>
            <a:off x="0" y="188913"/>
            <a:ext cx="7759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86" tIns="46793" rIns="89986" bIns="46793"/>
          <a:lstStyle>
            <a:lvl1pPr marL="342900" indent="-341313">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1pPr>
            <a:lvl2pPr marL="742950" indent="-28575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2pPr>
            <a:lvl3pPr marL="11430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3pPr>
            <a:lvl4pPr marL="16002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4pPr>
            <a:lvl5pPr marL="20574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9pPr>
          </a:lstStyle>
          <a:p>
            <a:pPr>
              <a:spcBef>
                <a:spcPts val="1125"/>
              </a:spcBef>
            </a:pPr>
            <a:r>
              <a:rPr lang="en-US" altLang="ru-RU" b="1">
                <a:solidFill>
                  <a:srgbClr val="000000"/>
                </a:solidFill>
                <a:latin typeface="Arial" panose="020B0604020202020204" pitchFamily="34" charset="0"/>
                <a:ea typeface="맑은 고딕" panose="020B0503020000020004" pitchFamily="34" charset="-127"/>
                <a:cs typeface="Arial" panose="020B0604020202020204" pitchFamily="34" charset="0"/>
              </a:rPr>
              <a:t>6. Sub Page Description</a:t>
            </a:r>
          </a:p>
        </p:txBody>
      </p:sp>
      <p:sp>
        <p:nvSpPr>
          <p:cNvPr id="5" name="직사각형 4">
            <a:extLst>
              <a:ext uri="{FF2B5EF4-FFF2-40B4-BE49-F238E27FC236}">
                <a16:creationId xmlns:a16="http://schemas.microsoft.com/office/drawing/2014/main" id="{EA1A6364-67CF-F9F0-B9B8-86A85E009EE4}"/>
              </a:ext>
            </a:extLst>
          </p:cNvPr>
          <p:cNvSpPr/>
          <p:nvPr/>
        </p:nvSpPr>
        <p:spPr bwMode="auto">
          <a:xfrm>
            <a:off x="0" y="4906963"/>
            <a:ext cx="9906000" cy="1401762"/>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Live TV Interface: Categorized channel list with live preview and program timeline.
- Fast Channel Switching: Remote Up/Down changes channels instantly without loading delays.
- Favorite Channels: Users can toggle favorites with a single remote press.</a:t>
            </a:r>
            <a:endParaRPr lang="ko-KR" altLang="en-US" sz="1200" b="1" dirty="0">
              <a:latin typeface="Arial" pitchFamily="34" charset="0"/>
              <a:ea typeface="굴림" panose="020B0600000101010101" pitchFamily="50" charset="-127"/>
              <a:cs typeface="Arial" pitchFamily="34" charset="0"/>
            </a:endParaRPr>
          </a:p>
        </p:txBody>
      </p:sp>
      <p:sp>
        <p:nvSpPr>
          <p:cNvPr id="32773" name="TextBox 23">
            <a:extLst>
              <a:ext uri="{FF2B5EF4-FFF2-40B4-BE49-F238E27FC236}">
                <a16:creationId xmlns:a16="http://schemas.microsoft.com/office/drawing/2014/main" id="{6F757CA9-F13A-5955-2C1D-F60FBA99BD3A}"/>
              </a:ext>
            </a:extLst>
          </p:cNvPr>
          <p:cNvSpPr txBox="1">
            <a:spLocks noChangeArrowheads="1"/>
          </p:cNvSpPr>
          <p:nvPr/>
        </p:nvSpPr>
        <p:spPr bwMode="auto">
          <a:xfrm>
            <a:off x="0" y="5489575"/>
            <a:ext cx="892968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nSpc>
                <a:spcPct val="150000"/>
              </a:lnSpc>
            </a:pPr>
            <a:r>
              <a:rPr lang="en-US" altLang="ko-KR" sz="1200" b="1">
                <a:latin typeface="Arial" panose="020B0604020202020204" pitchFamily="34" charset="0"/>
                <a:ea typeface="Arial Unicode MS" pitchFamily="50" charset="-128"/>
                <a:cs typeface="Arial" panose="020B0604020202020204" pitchFamily="34" charset="0"/>
              </a:rPr>
              <a:t>*Note</a:t>
            </a:r>
          </a:p>
          <a:p>
            <a:r>
              <a:rPr lang="en-US" altLang="ko-KR" sz="1100">
                <a:latin typeface="Arial" panose="020B0604020202020204" pitchFamily="34" charset="0"/>
                <a:ea typeface="Arial Unicode MS" pitchFamily="50" charset="-128"/>
                <a:cs typeface="Arial" panose="020B0604020202020204" pitchFamily="34" charset="0"/>
              </a:rPr>
              <a:t>- This page is added for better understanding for sub page’s location and movement during QA</a:t>
            </a:r>
            <a:r>
              <a:rPr lang="en-US" altLang="ko-KR" sz="1200">
                <a:latin typeface="Arial" panose="020B0604020202020204" pitchFamily="34" charset="0"/>
                <a:ea typeface="Arial Unicode MS" pitchFamily="50" charset="-128"/>
                <a:cs typeface="Arial" panose="020B0604020202020204" pitchFamily="34" charset="0"/>
              </a:rPr>
              <a:t>.</a:t>
            </a:r>
            <a:endParaRPr lang="ko-KR" altLang="en-US" sz="1200">
              <a:latin typeface="Arial" panose="020B0604020202020204" pitchFamily="34" charset="0"/>
              <a:ea typeface="Arial Unicode MS" pitchFamily="50" charset="-128"/>
              <a:cs typeface="Arial" panose="020B0604020202020204" pitchFamily="34" charset="0"/>
            </a:endParaRPr>
          </a:p>
        </p:txBody>
      </p:sp>
      <p:sp>
        <p:nvSpPr>
          <p:cNvPr id="32774" name="TextBox 5">
            <a:extLst>
              <a:ext uri="{FF2B5EF4-FFF2-40B4-BE49-F238E27FC236}">
                <a16:creationId xmlns:a16="http://schemas.microsoft.com/office/drawing/2014/main" id="{D1683731-763E-0C26-40F8-78BED16314C0}"/>
              </a:ext>
            </a:extLst>
          </p:cNvPr>
          <p:cNvSpPr txBox="1">
            <a:spLocks noChangeArrowheads="1"/>
          </p:cNvSpPr>
          <p:nvPr/>
        </p:nvSpPr>
        <p:spPr bwMode="auto">
          <a:xfrm>
            <a:off x="166688" y="535316"/>
            <a:ext cx="26812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1. Live TV Streaming &amp; Category Browser</a:t>
            </a:r>
          </a:p>
        </p:txBody>
      </p:sp>
      <p:pic>
        <p:nvPicPr>
          <p:cNvPr id="3" name="Picture 2">
            <a:extLst>
              <a:ext uri="{FF2B5EF4-FFF2-40B4-BE49-F238E27FC236}">
                <a16:creationId xmlns:a16="http://schemas.microsoft.com/office/drawing/2014/main" id="{935337E9-53F1-4B25-7437-2C92A3AFD6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568450" y="1036638"/>
            <a:ext cx="6719888" cy="3779837"/>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0222281C-EE5D-FD8B-004C-81AD21E3F67C}"/>
              </a:ext>
            </a:extLst>
          </p:cNvPr>
          <p:cNvSpPr/>
          <p:nvPr/>
        </p:nvSpPr>
        <p:spPr bwMode="auto">
          <a:xfrm>
            <a:off x="0" y="5135563"/>
            <a:ext cx="9906000" cy="120015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Movies Library: Genre filtering (Action, Drama, Comedy, Sci-Fi) and search.
- Movie Details Modal: Synopsis, IMDb rating, release year, runtime, and cast.
- Playback: Pressing OK launches full-screen hardware-accelerated playback.</a:t>
            </a:r>
            <a:endParaRPr lang="ko-KR" altLang="en-US" sz="1200" b="1" dirty="0">
              <a:latin typeface="Arial" pitchFamily="34" charset="0"/>
              <a:ea typeface="굴림" panose="020B0600000101010101" pitchFamily="50" charset="-127"/>
              <a:cs typeface="Arial" pitchFamily="34" charset="0"/>
            </a:endParaRPr>
          </a:p>
        </p:txBody>
      </p:sp>
      <p:sp>
        <p:nvSpPr>
          <p:cNvPr id="34820" name="TextBox 5">
            <a:extLst>
              <a:ext uri="{FF2B5EF4-FFF2-40B4-BE49-F238E27FC236}">
                <a16:creationId xmlns:a16="http://schemas.microsoft.com/office/drawing/2014/main" id="{273D9D01-9994-A0F1-C271-6F75B463EC92}"/>
              </a:ext>
            </a:extLst>
          </p:cNvPr>
          <p:cNvSpPr txBox="1">
            <a:spLocks noChangeArrowheads="1"/>
          </p:cNvSpPr>
          <p:nvPr/>
        </p:nvSpPr>
        <p:spPr bwMode="auto">
          <a:xfrm>
            <a:off x="128588" y="620713"/>
            <a:ext cx="7200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2. Movies (VOD) Library &amp; Details</a:t>
            </a:r>
          </a:p>
        </p:txBody>
      </p:sp>
      <p:sp>
        <p:nvSpPr>
          <p:cNvPr id="34821" name="Text Box 43">
            <a:extLst>
              <a:ext uri="{FF2B5EF4-FFF2-40B4-BE49-F238E27FC236}">
                <a16:creationId xmlns:a16="http://schemas.microsoft.com/office/drawing/2014/main" id="{69C76DCB-98D3-F099-2015-C339D9FC9D98}"/>
              </a:ext>
            </a:extLst>
          </p:cNvPr>
          <p:cNvSpPr txBox="1">
            <a:spLocks noChangeArrowheads="1"/>
          </p:cNvSpPr>
          <p:nvPr/>
        </p:nvSpPr>
        <p:spPr bwMode="auto">
          <a:xfrm>
            <a:off x="6105525" y="1028700"/>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cs typeface="Arial" panose="020B0604020202020204" pitchFamily="34" charset="0"/>
              </a:rPr>
              <a:t>①</a:t>
            </a:r>
          </a:p>
        </p:txBody>
      </p:sp>
      <p:sp>
        <p:nvSpPr>
          <p:cNvPr id="34822" name="Text Box 3">
            <a:extLst>
              <a:ext uri="{FF2B5EF4-FFF2-40B4-BE49-F238E27FC236}">
                <a16:creationId xmlns:a16="http://schemas.microsoft.com/office/drawing/2014/main" id="{1022B7FE-BD1F-44D4-7E84-79CF442E3925}"/>
              </a:ext>
            </a:extLst>
          </p:cNvPr>
          <p:cNvSpPr txBox="1">
            <a:spLocks noChangeArrowheads="1"/>
          </p:cNvSpPr>
          <p:nvPr/>
        </p:nvSpPr>
        <p:spPr bwMode="auto">
          <a:xfrm>
            <a:off x="1900238" y="1270000"/>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cs typeface="Arial" panose="020B0604020202020204" pitchFamily="34" charset="0"/>
              </a:rPr>
              <a:t>②</a:t>
            </a:r>
          </a:p>
        </p:txBody>
      </p:sp>
      <p:sp>
        <p:nvSpPr>
          <p:cNvPr id="17" name="텍스트 개체 틀 16">
            <a:extLst>
              <a:ext uri="{FF2B5EF4-FFF2-40B4-BE49-F238E27FC236}">
                <a16:creationId xmlns:a16="http://schemas.microsoft.com/office/drawing/2014/main" id="{DF0C14D6-DE67-C430-C455-4E79FECB5036}"/>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graphicFrame>
        <p:nvGraphicFramePr>
          <p:cNvPr id="18" name="표 17">
            <a:extLst>
              <a:ext uri="{FF2B5EF4-FFF2-40B4-BE49-F238E27FC236}">
                <a16:creationId xmlns:a16="http://schemas.microsoft.com/office/drawing/2014/main" id="{79186D00-DA39-C63F-CFE2-21C761205B84}"/>
              </a:ext>
            </a:extLst>
          </p:cNvPr>
          <p:cNvGraphicFramePr>
            <a:graphicFrameLocks noGrp="1"/>
          </p:cNvGraphicFramePr>
          <p:nvPr>
            <p:extLst>
              <p:ext uri="{D42A27DB-BD31-4B8C-83A1-F6EECF244321}">
                <p14:modId xmlns:p14="http://schemas.microsoft.com/office/powerpoint/2010/main" val="798889147"/>
              </p:ext>
            </p:extLst>
          </p:nvPr>
        </p:nvGraphicFramePr>
        <p:xfrm>
          <a:off x="7239000" y="642938"/>
          <a:ext cx="2609850" cy="4470400"/>
        </p:xfrm>
        <a:graphic>
          <a:graphicData uri="http://schemas.openxmlformats.org/drawingml/2006/table">
            <a:tbl>
              <a:tblPr/>
              <a:tblGrid>
                <a:gridCol w="425859">
                  <a:extLst>
                    <a:ext uri="{9D8B030D-6E8A-4147-A177-3AD203B41FA5}">
                      <a16:colId xmlns:a16="http://schemas.microsoft.com/office/drawing/2014/main" val="20000"/>
                    </a:ext>
                  </a:extLst>
                </a:gridCol>
                <a:gridCol w="2183991">
                  <a:extLst>
                    <a:ext uri="{9D8B030D-6E8A-4147-A177-3AD203B41FA5}">
                      <a16:colId xmlns:a16="http://schemas.microsoft.com/office/drawing/2014/main" val="20001"/>
                    </a:ext>
                  </a:extLst>
                </a:gridCol>
              </a:tblGrid>
              <a:tr h="406400">
                <a:tc gridSpan="2">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rPr>
                        <a:t>Functionality</a:t>
                      </a:r>
                      <a:endParaRPr kumimoji="0" lang="ko-KR" altLang="en-US" sz="1800" b="1" i="0" u="none" strike="noStrike" cap="none" normalizeH="0" baseline="0" dirty="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endParaRPr>
                    </a:p>
                  </a:txBody>
                  <a:tcPr marL="179951" marR="35990"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1</a:t>
                      </a:r>
                      <a:endParaRPr kumimoji="0" lang="ko-KR" altLang="en-US" sz="12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Genre / Category Filter Bar</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2</a:t>
                      </a:r>
                      <a:endParaRPr kumimoji="0" lang="ko-KR" altLang="en-US" sz="12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Movie Poster Grid with HD/FHD badges</a:t>
                      </a:r>
                      <a:endParaRPr kumimoji="0" lang="ko-KR" altLang="en-US"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3</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itchFamily="50" charset="-127"/>
                          <a:ea typeface="맑은 고딕" pitchFamily="50" charset="-127"/>
                        </a:rPr>
                        <a:t>Synopsis and Cast metadata modal</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4</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맑은 고딕" pitchFamily="50" charset="-127"/>
                          <a:ea typeface="맑은 고딕" pitchFamily="50" charset="-127"/>
                        </a:rPr>
                        <a:t>'Watch Now' button (starts player)</a:t>
                      </a:r>
                      <a:endParaRPr kumimoji="0" lang="ko-KR" altLang="en-US" sz="1000" b="0" i="0" u="none" strike="noStrike" cap="none" normalizeH="0" baseline="0" dirty="0">
                        <a:ln>
                          <a:noFill/>
                        </a:ln>
                        <a:solidFill>
                          <a:schemeClr val="tx1"/>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5</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itchFamily="50" charset="-127"/>
                          <a:ea typeface="맑은 고딕" pitchFamily="50" charset="-127"/>
                        </a:rPr>
                        <a:t>Back key: Returns to previous menu</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4862" name="직사각형 3">
            <a:extLst>
              <a:ext uri="{FF2B5EF4-FFF2-40B4-BE49-F238E27FC236}">
                <a16:creationId xmlns:a16="http://schemas.microsoft.com/office/drawing/2014/main" id="{77FD5240-0AE7-3DCE-B61A-7F47692CD432}"/>
              </a:ext>
            </a:extLst>
          </p:cNvPr>
          <p:cNvSpPr>
            <a:spLocks noChangeArrowheads="1"/>
          </p:cNvSpPr>
          <p:nvPr/>
        </p:nvSpPr>
        <p:spPr bwMode="auto">
          <a:xfrm>
            <a:off x="128588" y="1333500"/>
            <a:ext cx="1771650" cy="3608388"/>
          </a:xfrm>
          <a:prstGeom prst="rect">
            <a:avLst/>
          </a:prstGeom>
          <a:noFill/>
          <a:ln w="19050" algn="ctr">
            <a:solidFill>
              <a:srgbClr val="FFFF66"/>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ko-KR" altLang="en-US">
              <a:cs typeface="Arial" panose="020B0604020202020204" pitchFamily="34" charset="0"/>
            </a:endParaRPr>
          </a:p>
        </p:txBody>
      </p:sp>
      <p:pic>
        <p:nvPicPr>
          <p:cNvPr id="3" name="Picture 2">
            <a:extLst>
              <a:ext uri="{FF2B5EF4-FFF2-40B4-BE49-F238E27FC236}">
                <a16:creationId xmlns:a16="http://schemas.microsoft.com/office/drawing/2014/main" id="{AFE41A5A-14C2-03A8-877F-B8EAFC9E38D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0013" y="992188"/>
            <a:ext cx="7040562" cy="39592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50E60881-57E5-3CAA-315B-225FF4870B38}"/>
              </a:ext>
            </a:extLst>
          </p:cNvPr>
          <p:cNvSpPr/>
          <p:nvPr/>
        </p:nvSpPr>
        <p:spPr bwMode="auto">
          <a:xfrm>
            <a:off x="0" y="5149850"/>
            <a:ext cx="9906000" cy="1158875"/>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TV Series Catalog: Multi-season and episode selector with episode thumbnail previews.
- Custom webOS Player OSD: On-Screen Display includes Play/Pause, Rewind (-10s), Fast Forward (+10s), Multi-Audio Track selector, Subtitles, and Aspect Ratio toggle (16:9, Original, Full Screen).</a:t>
            </a:r>
            <a:endParaRPr lang="ko-KR" altLang="en-US" sz="1200" b="1" dirty="0">
              <a:latin typeface="Arial" pitchFamily="34" charset="0"/>
              <a:ea typeface="굴림" panose="020B0600000101010101" pitchFamily="50" charset="-127"/>
              <a:cs typeface="Arial" pitchFamily="34" charset="0"/>
            </a:endParaRPr>
          </a:p>
        </p:txBody>
      </p:sp>
      <p:sp>
        <p:nvSpPr>
          <p:cNvPr id="36868" name="TextBox 5">
            <a:extLst>
              <a:ext uri="{FF2B5EF4-FFF2-40B4-BE49-F238E27FC236}">
                <a16:creationId xmlns:a16="http://schemas.microsoft.com/office/drawing/2014/main" id="{E4FC90C2-B51F-FBFB-4860-6F68DE792E2E}"/>
              </a:ext>
            </a:extLst>
          </p:cNvPr>
          <p:cNvSpPr txBox="1">
            <a:spLocks noChangeArrowheads="1"/>
          </p:cNvSpPr>
          <p:nvPr/>
        </p:nvSpPr>
        <p:spPr bwMode="auto">
          <a:xfrm>
            <a:off x="128588" y="620713"/>
            <a:ext cx="7200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3. TV Series &amp; Episodic Player</a:t>
            </a:r>
          </a:p>
        </p:txBody>
      </p:sp>
      <p:sp>
        <p:nvSpPr>
          <p:cNvPr id="36869" name="Text Box 43">
            <a:extLst>
              <a:ext uri="{FF2B5EF4-FFF2-40B4-BE49-F238E27FC236}">
                <a16:creationId xmlns:a16="http://schemas.microsoft.com/office/drawing/2014/main" id="{E670AB6E-1149-5975-D499-4652A75262D2}"/>
              </a:ext>
            </a:extLst>
          </p:cNvPr>
          <p:cNvSpPr txBox="1">
            <a:spLocks noChangeArrowheads="1"/>
          </p:cNvSpPr>
          <p:nvPr/>
        </p:nvSpPr>
        <p:spPr bwMode="auto">
          <a:xfrm>
            <a:off x="6176963" y="1030288"/>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cs typeface="Arial" panose="020B0604020202020204" pitchFamily="34" charset="0"/>
              </a:rPr>
              <a:t>①</a:t>
            </a:r>
          </a:p>
        </p:txBody>
      </p:sp>
      <p:sp>
        <p:nvSpPr>
          <p:cNvPr id="17" name="텍스트 개체 틀 16">
            <a:extLst>
              <a:ext uri="{FF2B5EF4-FFF2-40B4-BE49-F238E27FC236}">
                <a16:creationId xmlns:a16="http://schemas.microsoft.com/office/drawing/2014/main" id="{679A0A7F-1479-C21F-5FAE-0CB8FD3FC634}"/>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graphicFrame>
        <p:nvGraphicFramePr>
          <p:cNvPr id="18" name="표 17">
            <a:extLst>
              <a:ext uri="{FF2B5EF4-FFF2-40B4-BE49-F238E27FC236}">
                <a16:creationId xmlns:a16="http://schemas.microsoft.com/office/drawing/2014/main" id="{D5BDA278-912A-8699-C53D-E7D51C91AE52}"/>
              </a:ext>
            </a:extLst>
          </p:cNvPr>
          <p:cNvGraphicFramePr>
            <a:graphicFrameLocks noGrp="1"/>
          </p:cNvGraphicFramePr>
          <p:nvPr>
            <p:extLst>
              <p:ext uri="{D42A27DB-BD31-4B8C-83A1-F6EECF244321}">
                <p14:modId xmlns:p14="http://schemas.microsoft.com/office/powerpoint/2010/main" val="2494367691"/>
              </p:ext>
            </p:extLst>
          </p:nvPr>
        </p:nvGraphicFramePr>
        <p:xfrm>
          <a:off x="7239000" y="642938"/>
          <a:ext cx="2609850" cy="4438650"/>
        </p:xfrm>
        <a:graphic>
          <a:graphicData uri="http://schemas.openxmlformats.org/drawingml/2006/table">
            <a:tbl>
              <a:tblPr/>
              <a:tblGrid>
                <a:gridCol w="407880">
                  <a:extLst>
                    <a:ext uri="{9D8B030D-6E8A-4147-A177-3AD203B41FA5}">
                      <a16:colId xmlns:a16="http://schemas.microsoft.com/office/drawing/2014/main" val="20000"/>
                    </a:ext>
                  </a:extLst>
                </a:gridCol>
                <a:gridCol w="2201970">
                  <a:extLst>
                    <a:ext uri="{9D8B030D-6E8A-4147-A177-3AD203B41FA5}">
                      <a16:colId xmlns:a16="http://schemas.microsoft.com/office/drawing/2014/main" val="20001"/>
                    </a:ext>
                  </a:extLst>
                </a:gridCol>
              </a:tblGrid>
              <a:tr h="406400">
                <a:tc gridSpan="2">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rPr>
                        <a:t>Player &amp; Episode Controls</a:t>
                      </a:r>
                      <a:endParaRPr kumimoji="0" lang="ko-KR" altLang="en-US" sz="1800" b="1" i="0" u="none" strike="noStrike" cap="none" normalizeH="0" baseline="0" dirty="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endParaRPr>
                    </a:p>
                  </a:txBody>
                  <a:tcPr marL="179952" marR="35990"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1</a:t>
                      </a:r>
                      <a:endParaRPr kumimoji="0" lang="ko-KR" altLang="en-US" sz="12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Season Selector (Season 1, 2, ...)</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6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itchFamily="34" charset="0"/>
                          <a:ea typeface="맑은 고딕" pitchFamily="50" charset="-127"/>
                          <a:cs typeface="Arial" pitchFamily="34" charset="0"/>
                        </a:rPr>
                        <a:t>2</a:t>
                      </a:r>
                      <a:endParaRPr kumimoji="0" lang="ko-KR" altLang="en-US" sz="1200" b="0" i="0" u="none" strike="noStrike" cap="none" normalizeH="0" baseline="0">
                        <a:ln>
                          <a:noFill/>
                        </a:ln>
                        <a:solidFill>
                          <a:srgbClr val="000000"/>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itchFamily="34" charset="0"/>
                          <a:ea typeface="맑은 고딕" pitchFamily="50" charset="-127"/>
                          <a:cs typeface="Arial" pitchFamily="34" charset="0"/>
                        </a:rPr>
                        <a:t>Episode List with duration and title</a:t>
                      </a:r>
                      <a:endParaRPr kumimoji="0" lang="ko-KR" altLang="en-US"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3</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itchFamily="50" charset="-127"/>
                          <a:ea typeface="맑은 고딕" pitchFamily="50" charset="-127"/>
                        </a:rPr>
                        <a:t>Player OSD: Play/Pause/Seek controls</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798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4</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IN" altLang="ko-KR" sz="1000" b="0" i="0" u="none" strike="noStrike" cap="none" normalizeH="0" baseline="0">
                          <a:ln>
                            <a:noFill/>
                          </a:ln>
                          <a:solidFill>
                            <a:schemeClr val="tx1"/>
                          </a:solidFill>
                          <a:effectLst/>
                          <a:latin typeface="맑은 고딕" pitchFamily="50" charset="-127"/>
                          <a:ea typeface="맑은 고딕" pitchFamily="50" charset="-127"/>
                        </a:rPr>
                        <a:t>Audio Track selection (multi-language)</a:t>
                      </a:r>
                      <a:endParaRPr kumimoji="0" lang="ko-KR" altLang="en-US" sz="1000" b="0" i="0" u="none" strike="noStrike" cap="none" normalizeH="0" baseline="0" dirty="0">
                        <a:ln>
                          <a:noFill/>
                        </a:ln>
                        <a:solidFill>
                          <a:schemeClr val="tx1"/>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5</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IN" altLang="ko-KR" sz="1000" b="0" i="0" u="none" strike="noStrike" cap="none" normalizeH="0" baseline="0">
                          <a:ln>
                            <a:noFill/>
                          </a:ln>
                          <a:solidFill>
                            <a:srgbClr val="000000"/>
                          </a:solidFill>
                          <a:effectLst/>
                          <a:latin typeface="맑은 고딕" pitchFamily="50" charset="-127"/>
                          <a:ea typeface="맑은 고딕" pitchFamily="50" charset="-127"/>
                        </a:rPr>
                        <a:t>Subtitle selection (WebVTT / Embedded)</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맑은 고딕" pitchFamily="50" charset="-127"/>
                          <a:ea typeface="맑은 고딕" pitchFamily="50" charset="-127"/>
                        </a:rPr>
                        <a:t>6</a:t>
                      </a: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itchFamily="50" charset="-127"/>
                          <a:ea typeface="맑은 고딕" pitchFamily="50" charset="-127"/>
                        </a:rPr>
                        <a:t>Aspect Ratio: 16:9 / Original / Full</a:t>
                      </a:r>
                      <a:endParaRPr kumimoji="0" lang="ko-KR" altLang="en-US" sz="10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06400">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itchFamily="50" charset="-127"/>
                        <a:ea typeface="맑은 고딕" pitchFamily="50"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1981" marR="35990"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909" name="Text Box 43">
            <a:extLst>
              <a:ext uri="{FF2B5EF4-FFF2-40B4-BE49-F238E27FC236}">
                <a16:creationId xmlns:a16="http://schemas.microsoft.com/office/drawing/2014/main" id="{543A6635-AE88-DF46-7D4A-82871EDC6B56}"/>
              </a:ext>
            </a:extLst>
          </p:cNvPr>
          <p:cNvSpPr txBox="1">
            <a:spLocks noChangeArrowheads="1"/>
          </p:cNvSpPr>
          <p:nvPr/>
        </p:nvSpPr>
        <p:spPr bwMode="auto">
          <a:xfrm>
            <a:off x="166688" y="2955925"/>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endParaRPr lang="en-US" altLang="ko-KR" sz="1400" b="1">
              <a:solidFill>
                <a:srgbClr val="A50021"/>
              </a:solidFill>
              <a:latin typeface="Arial" panose="020B0604020202020204" pitchFamily="34" charset="0"/>
              <a:cs typeface="Arial" panose="020B0604020202020204" pitchFamily="34" charset="0"/>
            </a:endParaRPr>
          </a:p>
        </p:txBody>
      </p:sp>
      <p:sp>
        <p:nvSpPr>
          <p:cNvPr id="36910" name="Text Box 3">
            <a:extLst>
              <a:ext uri="{FF2B5EF4-FFF2-40B4-BE49-F238E27FC236}">
                <a16:creationId xmlns:a16="http://schemas.microsoft.com/office/drawing/2014/main" id="{0E0612D9-E871-AC89-729D-E6283D1C9555}"/>
              </a:ext>
            </a:extLst>
          </p:cNvPr>
          <p:cNvSpPr txBox="1">
            <a:spLocks noChangeArrowheads="1"/>
          </p:cNvSpPr>
          <p:nvPr/>
        </p:nvSpPr>
        <p:spPr bwMode="auto">
          <a:xfrm>
            <a:off x="2936875" y="2260600"/>
            <a:ext cx="288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cs typeface="Arial" panose="020B0604020202020204" pitchFamily="34" charset="0"/>
              </a:rPr>
              <a:t>②</a:t>
            </a:r>
          </a:p>
        </p:txBody>
      </p:sp>
      <p:sp>
        <p:nvSpPr>
          <p:cNvPr id="36911" name="직사각형 3">
            <a:extLst>
              <a:ext uri="{FF2B5EF4-FFF2-40B4-BE49-F238E27FC236}">
                <a16:creationId xmlns:a16="http://schemas.microsoft.com/office/drawing/2014/main" id="{16E3653B-8769-1065-6DCE-048D2193409C}"/>
              </a:ext>
            </a:extLst>
          </p:cNvPr>
          <p:cNvSpPr>
            <a:spLocks noChangeArrowheads="1"/>
          </p:cNvSpPr>
          <p:nvPr/>
        </p:nvSpPr>
        <p:spPr bwMode="auto">
          <a:xfrm>
            <a:off x="455613" y="2276475"/>
            <a:ext cx="2481262" cy="2089150"/>
          </a:xfrm>
          <a:prstGeom prst="rect">
            <a:avLst/>
          </a:prstGeom>
          <a:noFill/>
          <a:ln w="19050" algn="ctr">
            <a:solidFill>
              <a:srgbClr val="FFFF66"/>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ko-KR" altLang="en-US">
              <a:cs typeface="Arial" panose="020B0604020202020204" pitchFamily="34" charset="0"/>
            </a:endParaRPr>
          </a:p>
        </p:txBody>
      </p:sp>
      <p:pic>
        <p:nvPicPr>
          <p:cNvPr id="3" name="Picture 2">
            <a:extLst>
              <a:ext uri="{FF2B5EF4-FFF2-40B4-BE49-F238E27FC236}">
                <a16:creationId xmlns:a16="http://schemas.microsoft.com/office/drawing/2014/main" id="{F89B5259-967F-5A5B-1B78-1586F0E191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8113" y="987425"/>
            <a:ext cx="7038975" cy="396081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그림 2" descr="텍스트, 스크린샷, 폰트, 디자인이(가) 표시된 사진&#10;&#10;AI 생성 콘텐츠는 정확하지 않을 수 있습니다.">
            <a:extLst>
              <a:ext uri="{FF2B5EF4-FFF2-40B4-BE49-F238E27FC236}">
                <a16:creationId xmlns:a16="http://schemas.microsoft.com/office/drawing/2014/main" id="{914897D5-2A01-8ED7-6ABC-22D10504A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879475"/>
            <a:ext cx="7040563"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직사각형 14">
            <a:extLst>
              <a:ext uri="{FF2B5EF4-FFF2-40B4-BE49-F238E27FC236}">
                <a16:creationId xmlns:a16="http://schemas.microsoft.com/office/drawing/2014/main" id="{117977E7-9B28-FBE4-85E4-6659B4A9765F}"/>
              </a:ext>
            </a:extLst>
          </p:cNvPr>
          <p:cNvSpPr/>
          <p:nvPr/>
        </p:nvSpPr>
        <p:spPr bwMode="auto">
          <a:xfrm>
            <a:off x="0" y="4937125"/>
            <a:ext cx="9906000" cy="1516063"/>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anose="020B0604020202020204" pitchFamily="34" charset="0"/>
                <a:ea typeface="Arial Unicode MS" panose="020B0604020202020204" pitchFamily="50" charset="-127"/>
                <a:cs typeface="Arial" panose="020B0604020202020204" pitchFamily="34" charset="0"/>
              </a:rPr>
              <a:t>Detailed Information:
* Important Note for LG QA:
- Infinity IPTV Player contains NO Paid Content, NO in-app purchases, and NO subscriptions.
- It is a 100% free media player application.
- Paid Content category on Seller Lounge is correctly marked as 'Not Applicable' (N/A).</a:t>
            </a:r>
            <a:endParaRPr lang="en-US" altLang="ko-KR" sz="1000" dirty="0">
              <a:latin typeface="Arial" panose="020B0604020202020204" pitchFamily="34" charset="0"/>
              <a:ea typeface="Arial Unicode MS" panose="020B0604020202020204" pitchFamily="50" charset="-127"/>
              <a:cs typeface="Arial" panose="020B0604020202020204" pitchFamily="34" charset="0"/>
            </a:endParaRPr>
          </a:p>
        </p:txBody>
      </p:sp>
      <p:sp>
        <p:nvSpPr>
          <p:cNvPr id="17" name="텍스트 개체 틀 16">
            <a:extLst>
              <a:ext uri="{FF2B5EF4-FFF2-40B4-BE49-F238E27FC236}">
                <a16:creationId xmlns:a16="http://schemas.microsoft.com/office/drawing/2014/main" id="{A74B1C40-35CB-871D-B40D-44AF53814D61}"/>
              </a:ext>
            </a:extLst>
          </p:cNvPr>
          <p:cNvSpPr>
            <a:spLocks noGrp="1"/>
          </p:cNvSpPr>
          <p:nvPr>
            <p:ph type="body" sz="quarter" idx="13"/>
          </p:nvPr>
        </p:nvSpPr>
        <p:spPr>
          <a:xfrm>
            <a:off x="0" y="188913"/>
            <a:ext cx="7761288" cy="368300"/>
          </a:xfrm>
        </p:spPr>
        <p:txBody>
          <a:bodyPr/>
          <a:lstStyle/>
          <a:p>
            <a:pPr>
              <a:defRPr/>
            </a:pPr>
            <a:r>
              <a:rPr lang="en-US" altLang="ko-KR">
                <a:latin typeface="Arial" pitchFamily="34" charset="0"/>
                <a:ea typeface="돋움" pitchFamily="50" charset="-127"/>
                <a:cs typeface="Arial" pitchFamily="34" charset="0"/>
              </a:rPr>
              <a:t>7. Paid Content</a:t>
            </a:r>
            <a:endParaRPr>
              <a:latin typeface="Arial" pitchFamily="34" charset="0"/>
              <a:cs typeface="Arial" pitchFamily="34" charset="0"/>
            </a:endParaRPr>
          </a:p>
        </p:txBody>
      </p:sp>
      <p:graphicFrame>
        <p:nvGraphicFramePr>
          <p:cNvPr id="18" name="표 17">
            <a:extLst>
              <a:ext uri="{FF2B5EF4-FFF2-40B4-BE49-F238E27FC236}">
                <a16:creationId xmlns:a16="http://schemas.microsoft.com/office/drawing/2014/main" id="{6203DE5D-09CB-3C98-CC13-D9F79091D527}"/>
              </a:ext>
            </a:extLst>
          </p:cNvPr>
          <p:cNvGraphicFramePr>
            <a:graphicFrameLocks noGrp="1"/>
          </p:cNvGraphicFramePr>
          <p:nvPr>
            <p:extLst>
              <p:ext uri="{D42A27DB-BD31-4B8C-83A1-F6EECF244321}">
                <p14:modId xmlns:p14="http://schemas.microsoft.com/office/powerpoint/2010/main" val="3195000045"/>
              </p:ext>
            </p:extLst>
          </p:nvPr>
        </p:nvGraphicFramePr>
        <p:xfrm>
          <a:off x="7239000" y="642938"/>
          <a:ext cx="2609850" cy="4195762"/>
        </p:xfrm>
        <a:graphic>
          <a:graphicData uri="http://schemas.openxmlformats.org/drawingml/2006/table">
            <a:tbl>
              <a:tblPr/>
              <a:tblGrid>
                <a:gridCol w="425052">
                  <a:extLst>
                    <a:ext uri="{9D8B030D-6E8A-4147-A177-3AD203B41FA5}">
                      <a16:colId xmlns:a16="http://schemas.microsoft.com/office/drawing/2014/main" val="20000"/>
                    </a:ext>
                  </a:extLst>
                </a:gridCol>
                <a:gridCol w="2184798">
                  <a:extLst>
                    <a:ext uri="{9D8B030D-6E8A-4147-A177-3AD203B41FA5}">
                      <a16:colId xmlns:a16="http://schemas.microsoft.com/office/drawing/2014/main" val="20001"/>
                    </a:ext>
                  </a:extLst>
                </a:gridCol>
              </a:tblGrid>
              <a:tr h="359828">
                <a:tc gridSpan="2">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rPr>
                        <a:t>Status / Details</a:t>
                      </a:r>
                      <a:endParaRPr kumimoji="0" lang="ko-KR" altLang="en-US" sz="1800" b="1" i="0" u="none" strike="noStrike" cap="none" normalizeH="0" baseline="0" dirty="0">
                        <a:ln>
                          <a:noFill/>
                        </a:ln>
                        <a:solidFill>
                          <a:schemeClr val="bg1"/>
                        </a:solidFill>
                        <a:effectLst>
                          <a:outerShdw blurRad="38100" dist="38100" dir="2700000" algn="tl">
                            <a:srgbClr val="000000"/>
                          </a:outerShdw>
                        </a:effectLst>
                        <a:latin typeface="Arial" pitchFamily="34" charset="0"/>
                        <a:ea typeface="맑은 고딕" pitchFamily="50" charset="-127"/>
                        <a:cs typeface="Arial" pitchFamily="34" charset="0"/>
                      </a:endParaRPr>
                    </a:p>
                  </a:txBody>
                  <a:tcPr marL="179952" marR="35990" marT="45718" marB="45718"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323221">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Paid Content Status</a:t>
                      </a:r>
                      <a:endParaRPr kumimoji="0" lang="ko-KR" altLang="en-US"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itchFamily="34" charset="0"/>
                          <a:ea typeface="맑은 고딕" pitchFamily="50" charset="-127"/>
                          <a:cs typeface="Arial" pitchFamily="34" charset="0"/>
                        </a:rPr>
                        <a:t>Not Applicable (N/A) - 100% Free</a:t>
                      </a:r>
                      <a:endParaRPr kumimoji="0" lang="en-US" altLang="ko-KR" sz="1000" b="0" i="0" u="none" strike="noStrike" cap="none" normalizeH="0" baseline="0" dirty="0">
                        <a:ln>
                          <a:noFill/>
                        </a:ln>
                        <a:solidFill>
                          <a:schemeClr val="tx1"/>
                        </a:solidFill>
                        <a:effectLst/>
                        <a:latin typeface="Arial" pitchFamily="34" charset="0"/>
                        <a:ea typeface="맑은 고딕" pitchFamily="50" charset="-127"/>
                        <a:cs typeface="Arial" pitchFamily="34" charset="0"/>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702">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en-US" altLang="ko-KR"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Payment Method</a:t>
                      </a:r>
                      <a:endParaRPr kumimoji="0" lang="ko-KR" altLang="en-US"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None (No payment processing)</a:t>
                      </a:r>
                      <a:endParaRPr kumimoji="0" lang="en-US" altLang="ko-KR" sz="10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8772">
                <a:tc>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en-US" altLang="ko-KR"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In-App Purchases</a:t>
                      </a:r>
                      <a:endParaRPr kumimoji="0" lang="ko-KR" altLang="en-US"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None</a:t>
                      </a:r>
                      <a:endParaRPr kumimoji="0" lang="en-US" altLang="ko-KR" sz="10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1927">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Test Credit Cards</a:t>
                      </a:r>
                      <a:endParaRPr kumimoji="0" lang="ko-KR" altLang="en-US"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Not Required (No payment system)</a:t>
                      </a:r>
                      <a:endParaRPr kumimoji="0" lang="en-US" altLang="ko-KR" sz="10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1927">
                <a:tc gridSpan="2">
                  <a:txBody>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en-US" altLang="ko-KR" sz="1200" b="0" i="0" u="none" strike="noStrike" cap="none" normalizeH="0" baseline="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Not Required</a:t>
                      </a:r>
                      <a:endParaRPr kumimoji="0" lang="en-US" altLang="ko-KR" sz="12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Arial" pitchFamily="34" charset="0"/>
                        <a:ea typeface="맑은 고딕" pitchFamily="50" charset="-127"/>
                        <a:cs typeface="Arial" pitchFamily="34" charset="0"/>
                      </a:endParaRPr>
                    </a:p>
                  </a:txBody>
                  <a:tcPr marL="72000" marR="36000" marT="45716" marB="45716"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98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1</a:t>
                      </a:r>
                      <a:endParaRPr kumimoji="0" lang="ko-KR" altLang="en-US"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Card No. / Expiry date / CVC </a:t>
                      </a:r>
                      <a:endParaRPr kumimoji="0" lang="ko-KR" altLang="en-US" sz="10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9828">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2</a:t>
                      </a:r>
                      <a:endParaRPr kumimoji="0" lang="ko-KR" altLang="en-US" sz="1200" b="0" i="0" u="none" strike="noStrike" cap="none" normalizeH="0" baseline="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Card No. / Expiry date / CVC </a:t>
                      </a:r>
                      <a:endParaRPr kumimoji="0" lang="ko-KR" altLang="en-US" sz="1000" b="0" i="0" u="none" strike="noStrike" cap="none" normalizeH="0" baseline="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3">
                <a:tc gridSpan="2">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Test</a:t>
                      </a:r>
                      <a:r>
                        <a:rPr kumimoji="0" lang="ko-KR" altLang="en-US" sz="1200" b="0" i="0" u="none" strike="noStrike" cap="none" normalizeH="0" baseline="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 </a:t>
                      </a:r>
                      <a:r>
                        <a:rPr kumimoji="0" lang="en-US" altLang="ko-KR" sz="12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rPr>
                        <a:t>Voucher Codes (Mandatory)</a:t>
                      </a:r>
                      <a:endParaRPr kumimoji="0" lang="ko-KR" altLang="en-US" sz="12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hMerge="1">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charset="-127"/>
                        <a:ea typeface="굴림" charset="-127"/>
                      </a:endParaRPr>
                    </a:p>
                  </a:txBody>
                  <a:tcPr marL="72000" marR="36000" marT="45716" marB="45716"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9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1</a:t>
                      </a:r>
                      <a:endParaRPr kumimoji="0" lang="ko-KR" altLang="en-US"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9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2</a:t>
                      </a:r>
                      <a:endParaRPr kumimoji="0" lang="ko-KR" altLang="en-US"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6579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rPr>
                        <a:t>3</a:t>
                      </a:r>
                      <a:endParaRPr kumimoji="0" lang="ko-KR" altLang="en-US" sz="12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Arial Unicode MS" panose="020B0604020202020204" pitchFamily="50" charset="-127"/>
                        <a:ea typeface="Arial Unicode MS" panose="020B0604020202020204" pitchFamily="50" charset="-127"/>
                        <a:cs typeface="Arial Unicode MS" panose="020B0604020202020204" pitchFamily="50" charset="-127"/>
                      </a:endParaRPr>
                    </a:p>
                  </a:txBody>
                  <a:tcPr marL="71981" marR="35990" marT="45718" marB="45718"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38958" name="Text Box 43">
            <a:extLst>
              <a:ext uri="{FF2B5EF4-FFF2-40B4-BE49-F238E27FC236}">
                <a16:creationId xmlns:a16="http://schemas.microsoft.com/office/drawing/2014/main" id="{30B9DAD7-94A4-AFE0-6682-75116D9D1861}"/>
              </a:ext>
            </a:extLst>
          </p:cNvPr>
          <p:cNvSpPr txBox="1">
            <a:spLocks noChangeArrowheads="1"/>
          </p:cNvSpPr>
          <p:nvPr/>
        </p:nvSpPr>
        <p:spPr bwMode="auto">
          <a:xfrm>
            <a:off x="6105525" y="908050"/>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A50021"/>
                </a:solidFill>
                <a:latin typeface="Arial" panose="020B0604020202020204" pitchFamily="34" charset="0"/>
                <a:cs typeface="Arial" panose="020B0604020202020204" pitchFamily="34" charset="0"/>
              </a:rPr>
              <a:t>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그림 2" descr="스크린샷, PC 게임, 여성, 사람이(가) 표시된 사진&#10;&#10;AI 생성 콘텐츠는 정확하지 않을 수 있습니다.">
            <a:extLst>
              <a:ext uri="{FF2B5EF4-FFF2-40B4-BE49-F238E27FC236}">
                <a16:creationId xmlns:a16="http://schemas.microsoft.com/office/drawing/2014/main" id="{F17A4D09-53C0-BD22-4CCD-7F98D8355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909638"/>
            <a:ext cx="7040563"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직사각형 14">
            <a:extLst>
              <a:ext uri="{FF2B5EF4-FFF2-40B4-BE49-F238E27FC236}">
                <a16:creationId xmlns:a16="http://schemas.microsoft.com/office/drawing/2014/main" id="{E6D62F48-9491-E535-876E-6AB4C4556596}"/>
              </a:ext>
            </a:extLst>
          </p:cNvPr>
          <p:cNvSpPr/>
          <p:nvPr/>
        </p:nvSpPr>
        <p:spPr bwMode="auto">
          <a:xfrm>
            <a:off x="0" y="4941888"/>
            <a:ext cx="9906000" cy="1366837"/>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Banner Advertisements: Not Applicable (N/A).
- Infinity IPTV Player does not contain any third-party banner ads, promotional popups, or interstitial advertisements.</a:t>
            </a:r>
            <a:endParaRPr lang="en-US" altLang="ko-KR" sz="1200" dirty="0">
              <a:latin typeface="Arial" pitchFamily="34" charset="0"/>
              <a:ea typeface="굴림" panose="020B0600000101010101" pitchFamily="50" charset="-127"/>
              <a:cs typeface="Arial" pitchFamily="34" charset="0"/>
            </a:endParaRPr>
          </a:p>
        </p:txBody>
      </p:sp>
      <p:sp>
        <p:nvSpPr>
          <p:cNvPr id="40964" name="TextBox 5">
            <a:extLst>
              <a:ext uri="{FF2B5EF4-FFF2-40B4-BE49-F238E27FC236}">
                <a16:creationId xmlns:a16="http://schemas.microsoft.com/office/drawing/2014/main" id="{ADA16DF6-47A9-7CDD-6A3E-DC49ABD29A11}"/>
              </a:ext>
            </a:extLst>
          </p:cNvPr>
          <p:cNvSpPr txBox="1">
            <a:spLocks noChangeArrowheads="1"/>
          </p:cNvSpPr>
          <p:nvPr/>
        </p:nvSpPr>
        <p:spPr bwMode="auto">
          <a:xfrm>
            <a:off x="144463" y="620713"/>
            <a:ext cx="7200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rPr>
              <a:t>1. Banner Type (Please Describe Ad Information) </a:t>
            </a:r>
          </a:p>
        </p:txBody>
      </p:sp>
      <p:graphicFrame>
        <p:nvGraphicFramePr>
          <p:cNvPr id="18551" name="Group 119">
            <a:extLst>
              <a:ext uri="{FF2B5EF4-FFF2-40B4-BE49-F238E27FC236}">
                <a16:creationId xmlns:a16="http://schemas.microsoft.com/office/drawing/2014/main" id="{A832782E-198A-6815-12C7-76F93C06FB43}"/>
              </a:ext>
            </a:extLst>
          </p:cNvPr>
          <p:cNvGraphicFramePr>
            <a:graphicFrameLocks noGrp="1"/>
          </p:cNvGraphicFramePr>
          <p:nvPr>
            <p:extLst>
              <p:ext uri="{D42A27DB-BD31-4B8C-83A1-F6EECF244321}">
                <p14:modId xmlns:p14="http://schemas.microsoft.com/office/powerpoint/2010/main" val="4217691631"/>
              </p:ext>
            </p:extLst>
          </p:nvPr>
        </p:nvGraphicFramePr>
        <p:xfrm>
          <a:off x="7239000" y="642938"/>
          <a:ext cx="2538413" cy="4154487"/>
        </p:xfrm>
        <a:graphic>
          <a:graphicData uri="http://schemas.openxmlformats.org/drawingml/2006/table">
            <a:tbl>
              <a:tblPr/>
              <a:tblGrid>
                <a:gridCol w="413417">
                  <a:extLst>
                    <a:ext uri="{9D8B030D-6E8A-4147-A177-3AD203B41FA5}">
                      <a16:colId xmlns:a16="http://schemas.microsoft.com/office/drawing/2014/main" val="20000"/>
                    </a:ext>
                  </a:extLst>
                </a:gridCol>
                <a:gridCol w="2124996">
                  <a:extLst>
                    <a:ext uri="{9D8B030D-6E8A-4147-A177-3AD203B41FA5}">
                      <a16:colId xmlns:a16="http://schemas.microsoft.com/office/drawing/2014/main" val="20001"/>
                    </a:ext>
                  </a:extLst>
                </a:gridCol>
              </a:tblGrid>
              <a:tr h="415449">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anose="020B0604020202020204" pitchFamily="34" charset="0"/>
                          <a:ea typeface="맑은 고딕" panose="020B0503020000020004" pitchFamily="50" charset="-127"/>
                        </a:rPr>
                        <a:t>Status / Information</a:t>
                      </a:r>
                      <a:endParaRPr kumimoji="0" lang="ko-KR" altLang="en-US" sz="1800" b="1" i="0" u="none" strike="noStrike" cap="none" normalizeH="0" baseline="0">
                        <a:ln>
                          <a:noFill/>
                        </a:ln>
                        <a:solidFill>
                          <a:schemeClr val="bg1"/>
                        </a:solidFill>
                        <a:effectLst>
                          <a:outerShdw blurRad="38100" dist="38100" dir="2700000" algn="tl">
                            <a:srgbClr val="000000"/>
                          </a:outerShdw>
                        </a:effectLst>
                        <a:latin typeface="Arial" panose="020B0604020202020204" pitchFamily="34" charset="0"/>
                        <a:ea typeface="맑은 고딕" panose="020B0503020000020004" pitchFamily="50" charset="-127"/>
                      </a:endParaRPr>
                    </a:p>
                  </a:txBody>
                  <a:tcPr marL="179943" marR="35988" marT="45715" marB="45715"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415449">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Not Applicable (No Ads)</a:t>
                      </a:r>
                      <a:endParaRPr kumimoji="0" lang="en-US" altLang="ko-KR" sz="12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1"/>
                  </a:ext>
                </a:extLst>
              </a:tr>
              <a:tr h="415449">
                <a:tc row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Ad Location</a:t>
                      </a:r>
                      <a:endParaRPr kumimoji="0" lang="ko-KR" altLang="en-US" sz="12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ko-KR" sz="1000" b="0" i="0" u="none" strike="noStrike" cap="none" normalizeH="0" baseline="0">
                          <a:ln>
                            <a:noFill/>
                          </a:ln>
                          <a:solidFill>
                            <a:srgbClr val="FF0000"/>
                          </a:solidFill>
                          <a:effectLst/>
                          <a:latin typeface="Arial" panose="020B0604020202020204" pitchFamily="34" charset="0"/>
                          <a:ea typeface="맑은 고딕" panose="020B0503020000020004" pitchFamily="50" charset="-127"/>
                        </a:rPr>
                        <a:t>None</a:t>
                      </a:r>
                      <a:endParaRPr kumimoji="0" lang="ko-KR" altLang="en-US"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449">
                <a:tc vMerge="1">
                  <a:txBody>
                    <a:bodyPr/>
                    <a:lstStyle/>
                    <a:p>
                      <a:pPr latinLnBrk="1"/>
                      <a:endParaRPr lang="ko-KR" altLang="en-US"/>
                    </a:p>
                  </a:txBody>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ko-KR" sz="1000" b="0" i="0" u="none" strike="noStrike" cap="none" normalizeH="0" baseline="0">
                          <a:ln>
                            <a:noFill/>
                          </a:ln>
                          <a:solidFill>
                            <a:srgbClr val="FF0000"/>
                          </a:solidFill>
                          <a:effectLst/>
                          <a:latin typeface="Arial" panose="020B0604020202020204" pitchFamily="34" charset="0"/>
                          <a:ea typeface="맑은 고딕" panose="020B0503020000020004" pitchFamily="50" charset="-127"/>
                        </a:rPr>
                        <a:t>None</a:t>
                      </a:r>
                      <a:endParaRPr kumimoji="0" lang="en-US" altLang="ko-KR"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449">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en-US" altLang="ko-KR" sz="12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latinLnBrk="1"/>
                      <a:endParaRPr lang="ko-KR" altLang="en-US" sz="1800" dirty="0"/>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449">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endParaRPr kumimoji="0" lang="en-US" altLang="ko-KR"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5449">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endParaRPr kumimoji="0" lang="ko-KR" altLang="en-US"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5449">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endParaRPr kumimoji="0" lang="en-US" altLang="ko-KR"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5449">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맑은 고딕" panose="020B0503020000020004" pitchFamily="50" charset="-127"/>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Arial" panose="020B0604020202020204" pitchFamily="34" charset="0"/>
                        <a:buChar char="•"/>
                        <a:tabLst/>
                      </a:pPr>
                      <a:endParaRPr kumimoji="0" lang="ko-KR" altLang="en-US"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5449">
                <a:tc>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맑은 고딕" panose="020B0503020000020004" pitchFamily="50" charset="-127"/>
                        <a:ea typeface="맑은 고딕" panose="020B0503020000020004"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panose="020B0600000101010101" pitchFamily="50" charset="-127"/>
                        <a:ea typeface="굴림" panose="020B0600000101010101" pitchFamily="50" charset="-127"/>
                      </a:endParaRPr>
                    </a:p>
                  </a:txBody>
                  <a:tcPr marL="71978" marR="35988" marT="45715" marB="45715"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1003" name="텍스트 개체 틀 16">
            <a:extLst>
              <a:ext uri="{FF2B5EF4-FFF2-40B4-BE49-F238E27FC236}">
                <a16:creationId xmlns:a16="http://schemas.microsoft.com/office/drawing/2014/main" id="{B8F2C237-85AA-F300-81D5-7B1DFBC4B0B2}"/>
              </a:ext>
            </a:extLst>
          </p:cNvPr>
          <p:cNvSpPr>
            <a:spLocks noGrp="1"/>
          </p:cNvSpPr>
          <p:nvPr>
            <p:ph type="body" sz="quarter" idx="4294967295"/>
          </p:nvPr>
        </p:nvSpPr>
        <p:spPr bwMode="auto">
          <a:xfrm>
            <a:off x="0" y="176213"/>
            <a:ext cx="7761288" cy="3698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Tx/>
              <a:buNone/>
            </a:pPr>
            <a:r>
              <a:rPr lang="en-US" altLang="ko-KR" sz="1800" b="1">
                <a:latin typeface="Arial" panose="020B0604020202020204" pitchFamily="34" charset="0"/>
                <a:ea typeface="돋움" panose="020B0600000101010101" pitchFamily="34" charset="-127"/>
                <a:cs typeface="Arial" panose="020B0604020202020204" pitchFamily="34" charset="0"/>
              </a:rPr>
              <a:t>8. In-App Ad</a:t>
            </a:r>
            <a:endParaRPr lang="ko-KR" altLang="en-US" sz="1800" b="1">
              <a:latin typeface="Arial" panose="020B0604020202020204" pitchFamily="34" charset="0"/>
              <a:ea typeface="맑은 고딕" panose="020B0503020000020004" pitchFamily="34" charset="-127"/>
              <a:cs typeface="Arial" panose="020B0604020202020204" pitchFamily="34" charset="0"/>
            </a:endParaRPr>
          </a:p>
        </p:txBody>
      </p:sp>
      <p:sp>
        <p:nvSpPr>
          <p:cNvPr id="41004" name="Text Box 43">
            <a:extLst>
              <a:ext uri="{FF2B5EF4-FFF2-40B4-BE49-F238E27FC236}">
                <a16:creationId xmlns:a16="http://schemas.microsoft.com/office/drawing/2014/main" id="{6EA81E40-4FF0-95CB-3685-F970E1128951}"/>
              </a:ext>
            </a:extLst>
          </p:cNvPr>
          <p:cNvSpPr txBox="1">
            <a:spLocks noChangeArrowheads="1"/>
          </p:cNvSpPr>
          <p:nvPr/>
        </p:nvSpPr>
        <p:spPr bwMode="auto">
          <a:xfrm>
            <a:off x="4448175" y="963613"/>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rPr>
              <a:t>①</a:t>
            </a:r>
          </a:p>
        </p:txBody>
      </p:sp>
      <p:sp>
        <p:nvSpPr>
          <p:cNvPr id="41005" name="Text Box 3">
            <a:extLst>
              <a:ext uri="{FF2B5EF4-FFF2-40B4-BE49-F238E27FC236}">
                <a16:creationId xmlns:a16="http://schemas.microsoft.com/office/drawing/2014/main" id="{2BF50C6A-4AD6-DFBE-17E5-8FAB95063333}"/>
              </a:ext>
            </a:extLst>
          </p:cNvPr>
          <p:cNvSpPr txBox="1">
            <a:spLocks noChangeArrowheads="1"/>
          </p:cNvSpPr>
          <p:nvPr/>
        </p:nvSpPr>
        <p:spPr bwMode="auto">
          <a:xfrm>
            <a:off x="6742113" y="1136650"/>
            <a:ext cx="288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spcBef>
                <a:spcPct val="50000"/>
              </a:spcBef>
            </a:pPr>
            <a:r>
              <a:rPr lang="en-US" altLang="ko-KR" sz="1400" b="1">
                <a:solidFill>
                  <a:srgbClr val="FFFF66"/>
                </a:solidFill>
                <a:latin typeface="Arial" panose="020B0604020202020204" pitchFamily="34" charset="0"/>
              </a:rPr>
              <a:t>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그림 2" descr="향수, 장미, 꽃병, 정물이(가) 표시된 사진&#10;&#10;AI 생성 콘텐츠는 정확하지 않을 수 있습니다.">
            <a:extLst>
              <a:ext uri="{FF2B5EF4-FFF2-40B4-BE49-F238E27FC236}">
                <a16:creationId xmlns:a16="http://schemas.microsoft.com/office/drawing/2014/main" id="{17FA6743-DFBC-D9EB-6E60-F7E1B5C2E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63" y="877888"/>
            <a:ext cx="7040562"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직사각형 14">
            <a:extLst>
              <a:ext uri="{FF2B5EF4-FFF2-40B4-BE49-F238E27FC236}">
                <a16:creationId xmlns:a16="http://schemas.microsoft.com/office/drawing/2014/main" id="{40A3EBD6-E82A-D88B-8419-B7C7C5711D18}"/>
              </a:ext>
            </a:extLst>
          </p:cNvPr>
          <p:cNvSpPr/>
          <p:nvPr/>
        </p:nvSpPr>
        <p:spPr bwMode="auto">
          <a:xfrm>
            <a:off x="0" y="4868863"/>
            <a:ext cx="9906000" cy="1439862"/>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a:lnSpc>
                <a:spcPct val="150000"/>
              </a:lnSpc>
              <a:defRPr/>
            </a:pPr>
            <a:r>
              <a:rPr lang="en-US" altLang="ko-KR" sz="1200" b="1">
                <a:latin typeface="Arial" pitchFamily="34" charset="0"/>
                <a:ea typeface="굴림" panose="020B0600000101010101" pitchFamily="50" charset="-127"/>
                <a:cs typeface="Arial" pitchFamily="34" charset="0"/>
              </a:rPr>
              <a:t>Detailed Information:
- Video Ads: Not Applicable (No AVOD or video ads).
- Full Remote Support: The application is fully compliant with both LG Magic Remote Control (MMRC) and General Remote Control (TR).
- All D-Pad navigation, OK, Back, Exit, and Media keys operate according to LG webOS TV Human Interface Guidelines.</a:t>
            </a:r>
            <a:endParaRPr lang="ko-KR" altLang="en-US" sz="1200" b="1" dirty="0">
              <a:latin typeface="Arial" pitchFamily="34" charset="0"/>
              <a:ea typeface="굴림" panose="020B0600000101010101" pitchFamily="50" charset="-127"/>
              <a:cs typeface="Arial" pitchFamily="34" charset="0"/>
            </a:endParaRPr>
          </a:p>
        </p:txBody>
      </p:sp>
      <p:graphicFrame>
        <p:nvGraphicFramePr>
          <p:cNvPr id="45121" name="Group 65">
            <a:extLst>
              <a:ext uri="{FF2B5EF4-FFF2-40B4-BE49-F238E27FC236}">
                <a16:creationId xmlns:a16="http://schemas.microsoft.com/office/drawing/2014/main" id="{8904D7FC-1CB1-5CAE-3D7F-C025B026E3C1}"/>
              </a:ext>
            </a:extLst>
          </p:cNvPr>
          <p:cNvGraphicFramePr>
            <a:graphicFrameLocks noGrp="1"/>
          </p:cNvGraphicFramePr>
          <p:nvPr>
            <p:extLst>
              <p:ext uri="{D42A27DB-BD31-4B8C-83A1-F6EECF244321}">
                <p14:modId xmlns:p14="http://schemas.microsoft.com/office/powerpoint/2010/main" val="2585294455"/>
              </p:ext>
            </p:extLst>
          </p:nvPr>
        </p:nvGraphicFramePr>
        <p:xfrm>
          <a:off x="7239000" y="620713"/>
          <a:ext cx="2609850" cy="4168775"/>
        </p:xfrm>
        <a:graphic>
          <a:graphicData uri="http://schemas.openxmlformats.org/drawingml/2006/table">
            <a:tbl>
              <a:tblPr/>
              <a:tblGrid>
                <a:gridCol w="407880">
                  <a:extLst>
                    <a:ext uri="{9D8B030D-6E8A-4147-A177-3AD203B41FA5}">
                      <a16:colId xmlns:a16="http://schemas.microsoft.com/office/drawing/2014/main" val="20000"/>
                    </a:ext>
                  </a:extLst>
                </a:gridCol>
                <a:gridCol w="2201970">
                  <a:extLst>
                    <a:ext uri="{9D8B030D-6E8A-4147-A177-3AD203B41FA5}">
                      <a16:colId xmlns:a16="http://schemas.microsoft.com/office/drawing/2014/main" val="20001"/>
                    </a:ext>
                  </a:extLst>
                </a:gridCol>
              </a:tblGrid>
              <a:tr h="406404">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0" lang="en-US" altLang="ko-KR" sz="1400" b="1" i="0" u="none" strike="noStrike" cap="none" normalizeH="0" baseline="0">
                          <a:ln>
                            <a:noFill/>
                          </a:ln>
                          <a:solidFill>
                            <a:schemeClr val="bg1"/>
                          </a:solidFill>
                          <a:effectLst>
                            <a:outerShdw blurRad="38100" dist="38100" dir="2700000" algn="tl">
                              <a:srgbClr val="000000"/>
                            </a:outerShdw>
                          </a:effectLst>
                          <a:latin typeface="Arial" panose="020B0604020202020204" pitchFamily="34" charset="0"/>
                          <a:ea typeface="맑은 고딕" panose="020B0503020000020004" pitchFamily="50" charset="-127"/>
                        </a:rPr>
                        <a:t>Defined Operation</a:t>
                      </a:r>
                      <a:endParaRPr kumimoji="0" lang="ko-KR" altLang="en-US" sz="1800" b="1" i="0" u="none" strike="noStrike" cap="none" normalizeH="0" baseline="0">
                        <a:ln>
                          <a:noFill/>
                        </a:ln>
                        <a:solidFill>
                          <a:schemeClr val="bg1"/>
                        </a:solidFill>
                        <a:effectLst>
                          <a:outerShdw blurRad="38100" dist="38100" dir="2700000" algn="tl">
                            <a:srgbClr val="000000"/>
                          </a:outerShdw>
                        </a:effectLst>
                        <a:latin typeface="Arial" panose="020B0604020202020204" pitchFamily="34" charset="0"/>
                        <a:ea typeface="맑은 고딕" panose="020B0503020000020004" pitchFamily="50" charset="-127"/>
                      </a:endParaRPr>
                    </a:p>
                  </a:txBody>
                  <a:tcPr marL="179952" marR="35990" marT="45727" marB="45727" anchor="ctr" horzOverflow="overflow">
                    <a:lnL w="3175" cap="flat" cmpd="sng" algn="ctr">
                      <a:solidFill>
                        <a:schemeClr val="tx1"/>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solidFill>
                      <a:srgbClr val="404040"/>
                    </a:solidFill>
                  </a:tcPr>
                </a:tc>
                <a:tc hMerge="1">
                  <a:txBody>
                    <a:bodyPr/>
                    <a:lstStyle/>
                    <a:p>
                      <a:pPr latinLnBrk="1"/>
                      <a:endParaRPr lang="ko-KR" altLang="en-US"/>
                    </a:p>
                  </a:txBody>
                  <a:tcPr/>
                </a:tc>
                <a:extLst>
                  <a:ext uri="{0D108BD9-81ED-4DB2-BD59-A6C34878D82A}">
                    <a16:rowId xmlns:a16="http://schemas.microsoft.com/office/drawing/2014/main" val="10000"/>
                  </a:ext>
                </a:extLst>
              </a:tr>
              <a:tr h="406404">
                <a:tc gridSpan="2">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Euclidean 2D spatial navigation between buttons</a:t>
                      </a:r>
                      <a:endParaRPr kumimoji="0" lang="en-US" altLang="ko-KR" sz="12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1"/>
                  </a:ext>
                </a:extLst>
              </a:tr>
              <a:tr h="433751">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IN" altLang="ko-KR" sz="12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OK / Enter Key</a:t>
                      </a:r>
                      <a:endParaRPr kumimoji="0" lang="ko-KR" altLang="en-US" sz="12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Select focused button / toggle Player OSD</a:t>
                      </a:r>
                      <a:endParaRPr kumimoji="0" lang="ko-KR" altLang="en-US"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4">
                <a:tc>
                  <a:txBody>
                    <a:bodyPr/>
                    <a:lstStyle/>
                    <a:p>
                      <a:pPr latinLnBrk="1"/>
                      <a:r>
                        <a:rPr lang="en-IN" altLang="ko-KR" sz="1800"/>
                        <a:t>BACK Key</a:t>
                      </a:r>
                      <a:endParaRPr lang="ko-KR" altLang="en-US" sz="1800" dirty="0"/>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None/>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rPr>
                        <a:t>Return to previous screen / close modal</a:t>
                      </a:r>
                      <a:endParaRPr kumimoji="0" lang="en-US" altLang="ko-KR"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4">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2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EXIT Key</a:t>
                      </a:r>
                      <a:endParaRPr kumimoji="0" lang="en-US" altLang="ko-KR" sz="12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latinLnBrk="1"/>
                      <a:r>
                        <a:rPr lang="en-US" altLang="ko-KR" sz="1800"/>
                        <a:t>Terminate app cleanly via webOS platformBack</a:t>
                      </a:r>
                      <a:endParaRPr lang="ko-KR" altLang="en-US" sz="1800" dirty="0"/>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3796">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Play / Pause Keys</a:t>
                      </a:r>
                      <a:endParaRPr kumimoji="0" lang="en-US" altLang="ko-KR"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rPr>
                        <a:t>Direct playback pause/resume</a:t>
                      </a:r>
                      <a:endParaRPr kumimoji="0" lang="en-US" altLang="ko-KR"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Rewind / Fast Forward</a:t>
                      </a:r>
                      <a:endParaRPr kumimoji="0" lang="en-US" altLang="ko-KR"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rPr>
                        <a:t>Seek -10 seconds / +10 seconds</a:t>
                      </a:r>
                      <a:endParaRPr kumimoji="0" lang="ko-KR" altLang="en-US"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4">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Number Keys (0-9)</a:t>
                      </a:r>
                      <a:endParaRPr kumimoji="0" lang="en-US" altLang="ko-KR" sz="1000" b="0" i="0" u="none" strike="noStrike" cap="none" normalizeH="0" baseline="0" dirty="0">
                        <a:ln>
                          <a:noFill/>
                        </a:ln>
                        <a:solidFill>
                          <a:srgbClr val="000000"/>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Char char="§"/>
                        <a:tabLst/>
                      </a:pPr>
                      <a:r>
                        <a:rPr kumimoji="0" lang="en-US" altLang="ko-KR" sz="1000" b="0" i="0" u="none" strike="noStrike" cap="none" normalizeH="0" baseline="0">
                          <a:ln>
                            <a:noFill/>
                          </a:ln>
                          <a:solidFill>
                            <a:schemeClr val="tx1"/>
                          </a:solidFill>
                          <a:effectLst/>
                          <a:latin typeface="Arial" panose="020B0604020202020204" pitchFamily="34" charset="0"/>
                          <a:ea typeface="맑은 고딕" panose="020B0503020000020004" pitchFamily="50" charset="-127"/>
                        </a:rPr>
                        <a:t>Direct channel number tuning</a:t>
                      </a:r>
                      <a:endParaRPr kumimoji="0" lang="en-US" altLang="ko-KR" sz="1000" b="0" i="0" u="none" strike="noStrike" cap="none" normalizeH="0" baseline="0" dirty="0">
                        <a:ln>
                          <a:noFill/>
                        </a:ln>
                        <a:solidFill>
                          <a:schemeClr val="tx1"/>
                        </a:solidFill>
                        <a:effectLst/>
                        <a:latin typeface="Arial" panose="020B0604020202020204" pitchFamily="34" charset="0"/>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4">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Magic Remote Pointer</a:t>
                      </a:r>
                      <a:endParaRPr kumimoji="0" lang="en-US" altLang="ko-KR" sz="1000" b="0" i="0" u="none" strike="noStrike" cap="none" normalizeH="0" baseline="0" dirty="0">
                        <a:ln>
                          <a:noFill/>
                        </a:ln>
                        <a:solidFill>
                          <a:srgbClr val="000000"/>
                        </a:solidFill>
                        <a:effectLst/>
                        <a:latin typeface="맑은 고딕" panose="020B0503020000020004" pitchFamily="50" charset="-127"/>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 typeface="Wingdings" panose="05000000000000000000" pitchFamily="2" charset="2"/>
                        <a:buNone/>
                        <a:tabLst/>
                      </a:pPr>
                      <a:r>
                        <a:rPr kumimoji="0" lang="en-IN" altLang="ko-KR" sz="1000"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rPr>
                        <a:t>Point-and-click and hover highlight</a:t>
                      </a:r>
                      <a:endParaRPr kumimoji="0" lang="ko-KR" altLang="en-US"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4">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0" lang="ko-KR" altLang="en-US" sz="1200" b="0" i="0" u="none" strike="noStrike" cap="none" normalizeH="0" baseline="0" dirty="0">
                        <a:ln>
                          <a:noFill/>
                        </a:ln>
                        <a:solidFill>
                          <a:srgbClr val="000000"/>
                        </a:solidFill>
                        <a:effectLst/>
                        <a:latin typeface="맑은 고딕" panose="020B0503020000020004" pitchFamily="50" charset="-127"/>
                        <a:ea typeface="맑은 고딕" panose="020B0503020000020004"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tc>
                  <a:txBody>
                    <a:bodyPr/>
                    <a:lstStyle>
                      <a:lvl1pPr latinLnBrk="1">
                        <a:spcBef>
                          <a:spcPct val="20000"/>
                        </a:spcBef>
                        <a:defRPr kumimoji="1" sz="2800">
                          <a:solidFill>
                            <a:schemeClr val="tx1"/>
                          </a:solidFill>
                          <a:latin typeface="굴림" panose="020B0600000101010101" pitchFamily="50" charset="-127"/>
                          <a:ea typeface="굴림" panose="020B0600000101010101" pitchFamily="50" charset="-127"/>
                        </a:defRPr>
                      </a:lvl1pPr>
                      <a:lvl2pPr marL="742950" indent="-285750" latinLnBrk="1">
                        <a:spcBef>
                          <a:spcPct val="20000"/>
                        </a:spcBef>
                        <a:defRPr kumimoji="1" sz="2400">
                          <a:solidFill>
                            <a:schemeClr val="tx1"/>
                          </a:solidFill>
                          <a:latin typeface="굴림" panose="020B0600000101010101" pitchFamily="50" charset="-127"/>
                          <a:ea typeface="굴림" panose="020B0600000101010101" pitchFamily="50" charset="-127"/>
                        </a:defRPr>
                      </a:lvl2pPr>
                      <a:lvl3pPr marL="1143000" indent="-228600" latinLnBrk="1">
                        <a:spcBef>
                          <a:spcPct val="20000"/>
                        </a:spcBef>
                        <a:defRPr kumimoji="1" sz="2000">
                          <a:solidFill>
                            <a:schemeClr val="tx1"/>
                          </a:solidFill>
                          <a:latin typeface="굴림" panose="020B0600000101010101" pitchFamily="50" charset="-127"/>
                          <a:ea typeface="굴림" panose="020B0600000101010101" pitchFamily="50" charset="-127"/>
                        </a:defRPr>
                      </a:lvl3pPr>
                      <a:lvl4pPr marL="1600200" indent="-228600" latinLnBrk="1">
                        <a:spcBef>
                          <a:spcPct val="20000"/>
                        </a:spcBef>
                        <a:defRPr kumimoji="1">
                          <a:solidFill>
                            <a:schemeClr val="tx1"/>
                          </a:solidFill>
                          <a:latin typeface="굴림" panose="020B0600000101010101" pitchFamily="50" charset="-127"/>
                          <a:ea typeface="굴림" panose="020B0600000101010101" pitchFamily="50" charset="-127"/>
                        </a:defRPr>
                      </a:lvl4pPr>
                      <a:lvl5pPr marL="2057400" indent="-228600" latinLnBrk="1">
                        <a:spcBef>
                          <a:spcPct val="20000"/>
                        </a:spcBef>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rgbClr val="000000"/>
                        </a:solidFill>
                        <a:effectLst/>
                        <a:latin typeface="굴림" panose="020B0600000101010101" pitchFamily="50" charset="-127"/>
                        <a:ea typeface="굴림" panose="020B0600000101010101" pitchFamily="50" charset="-127"/>
                      </a:endParaRPr>
                    </a:p>
                  </a:txBody>
                  <a:tcPr marL="71981" marR="35990" marT="45727" marB="45727" anchor="ctr" horzOverflow="overflow">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3052" name="텍스트 개체 틀 16">
            <a:extLst>
              <a:ext uri="{FF2B5EF4-FFF2-40B4-BE49-F238E27FC236}">
                <a16:creationId xmlns:a16="http://schemas.microsoft.com/office/drawing/2014/main" id="{7EBF40CF-A09A-98B6-AC79-E18109C6BBA9}"/>
              </a:ext>
            </a:extLst>
          </p:cNvPr>
          <p:cNvSpPr>
            <a:spLocks noGrp="1"/>
          </p:cNvSpPr>
          <p:nvPr>
            <p:ph type="body" sz="quarter" idx="4294967295"/>
          </p:nvPr>
        </p:nvSpPr>
        <p:spPr bwMode="auto">
          <a:xfrm>
            <a:off x="0" y="188913"/>
            <a:ext cx="7761288" cy="3698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FontTx/>
              <a:buNone/>
            </a:pPr>
            <a:r>
              <a:rPr lang="en-US" altLang="ko-KR" sz="1800" b="1">
                <a:latin typeface="Arial" panose="020B0604020202020204" pitchFamily="34" charset="0"/>
                <a:ea typeface="돋움" panose="020B0600000101010101" pitchFamily="34" charset="-127"/>
                <a:cs typeface="Arial" panose="020B0604020202020204" pitchFamily="34" charset="0"/>
              </a:rPr>
              <a:t>8. In-App Ad</a:t>
            </a:r>
            <a:endParaRPr lang="ko-KR" altLang="en-US" sz="1800" b="1">
              <a:latin typeface="Arial" panose="020B0604020202020204" pitchFamily="34" charset="0"/>
              <a:ea typeface="맑은 고딕" panose="020B0503020000020004" pitchFamily="34" charset="-127"/>
              <a:cs typeface="Arial" panose="020B0604020202020204" pitchFamily="34" charset="0"/>
            </a:endParaRPr>
          </a:p>
        </p:txBody>
      </p:sp>
      <p:sp>
        <p:nvSpPr>
          <p:cNvPr id="43053" name="TextBox 5">
            <a:extLst>
              <a:ext uri="{FF2B5EF4-FFF2-40B4-BE49-F238E27FC236}">
                <a16:creationId xmlns:a16="http://schemas.microsoft.com/office/drawing/2014/main" id="{D5AB52B1-F629-7705-5E33-756E5F2047FA}"/>
              </a:ext>
            </a:extLst>
          </p:cNvPr>
          <p:cNvSpPr txBox="1">
            <a:spLocks noChangeArrowheads="1"/>
          </p:cNvSpPr>
          <p:nvPr/>
        </p:nvSpPr>
        <p:spPr bwMode="auto">
          <a:xfrm>
            <a:off x="128588" y="620713"/>
            <a:ext cx="7200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1400" b="1">
                <a:latin typeface="Arial" panose="020B0604020202020204" pitchFamily="34" charset="0"/>
                <a:ea typeface="맑은 고딕" panose="020B0503020000020004" pitchFamily="34" charset="-127"/>
                <a:cs typeface="Arial" panose="020B0604020202020204" pitchFamily="34" charset="0"/>
              </a:rPr>
              <a:t>2. Video Ad: N/A | Remote Control Key Guide</a:t>
            </a:r>
          </a:p>
        </p:txBody>
      </p:sp>
      <p:sp>
        <p:nvSpPr>
          <p:cNvPr id="43054" name="TextBox 3">
            <a:extLst>
              <a:ext uri="{FF2B5EF4-FFF2-40B4-BE49-F238E27FC236}">
                <a16:creationId xmlns:a16="http://schemas.microsoft.com/office/drawing/2014/main" id="{B63E69FD-72EA-949E-FF42-91858952CD59}"/>
              </a:ext>
            </a:extLst>
          </p:cNvPr>
          <p:cNvSpPr txBox="1">
            <a:spLocks noChangeArrowheads="1"/>
          </p:cNvSpPr>
          <p:nvPr/>
        </p:nvSpPr>
        <p:spPr bwMode="auto">
          <a:xfrm>
            <a:off x="2720975" y="2443163"/>
            <a:ext cx="1522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r>
              <a:rPr lang="en-US" altLang="ko-KR" sz="2800">
                <a:solidFill>
                  <a:schemeClr val="bg1"/>
                </a:solidFill>
                <a:latin typeface="Arial" panose="020B0604020202020204" pitchFamily="34" charset="0"/>
                <a:cs typeface="Arial" panose="020B0604020202020204" pitchFamily="34" charset="0"/>
              </a:rPr>
              <a:t>AD Area</a:t>
            </a:r>
            <a:endParaRPr lang="ko-KR" altLang="en-US" sz="280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5">
            <a:extLst>
              <a:ext uri="{FF2B5EF4-FFF2-40B4-BE49-F238E27FC236}">
                <a16:creationId xmlns:a16="http://schemas.microsoft.com/office/drawing/2014/main" id="{B73A9356-1CC7-3901-2CCC-8B95D5F35D25}"/>
              </a:ext>
            </a:extLst>
          </p:cNvPr>
          <p:cNvSpPr txBox="1">
            <a:spLocks noChangeArrowheads="1"/>
          </p:cNvSpPr>
          <p:nvPr/>
        </p:nvSpPr>
        <p:spPr bwMode="auto">
          <a:xfrm>
            <a:off x="381000" y="1000125"/>
            <a:ext cx="9109075" cy="5693866"/>
          </a:xfrm>
          <a:prstGeom prst="rect">
            <a:avLst/>
          </a:prstGeom>
          <a:noFill/>
          <a:ln>
            <a:noFill/>
          </a:ln>
        </p:spPr>
        <p:txBody>
          <a:bodyPr>
            <a:spAutoFit/>
          </a:bodyPr>
          <a:lstStyle>
            <a:lvl1pPr marL="355600" indent="-355600">
              <a:defRPr>
                <a:solidFill>
                  <a:schemeClr val="tx1"/>
                </a:solidFill>
                <a:latin typeface="Wingdings 2" pitchFamily="18" charset="2"/>
                <a:ea typeface="굴림" pitchFamily="50" charset="-127"/>
              </a:defRPr>
            </a:lvl1pPr>
            <a:lvl2pPr marL="742950" indent="-285750">
              <a:defRPr>
                <a:solidFill>
                  <a:schemeClr val="tx1"/>
                </a:solidFill>
                <a:latin typeface="Wingdings 2" pitchFamily="18" charset="2"/>
                <a:ea typeface="굴림" pitchFamily="50" charset="-127"/>
              </a:defRPr>
            </a:lvl2pPr>
            <a:lvl3pPr marL="1143000" indent="-228600">
              <a:defRPr>
                <a:solidFill>
                  <a:schemeClr val="tx1"/>
                </a:solidFill>
                <a:latin typeface="Wingdings 2" pitchFamily="18" charset="2"/>
                <a:ea typeface="굴림" pitchFamily="50" charset="-127"/>
              </a:defRPr>
            </a:lvl3pPr>
            <a:lvl4pPr marL="1600200" indent="-228600">
              <a:defRPr>
                <a:solidFill>
                  <a:schemeClr val="tx1"/>
                </a:solidFill>
                <a:latin typeface="Wingdings 2" pitchFamily="18" charset="2"/>
                <a:ea typeface="굴림" pitchFamily="50" charset="-127"/>
              </a:defRPr>
            </a:lvl4pPr>
            <a:lvl5pPr marL="2057400" indent="-228600">
              <a:defRPr>
                <a:solidFill>
                  <a:schemeClr val="tx1"/>
                </a:solidFill>
                <a:latin typeface="Wingdings 2" pitchFamily="18" charset="2"/>
                <a:ea typeface="굴림" pitchFamily="50" charset="-127"/>
              </a:defRPr>
            </a:lvl5pPr>
            <a:lvl6pPr marL="2514600" indent="-228600" eaLnBrk="0" fontAlgn="base" hangingPunct="0">
              <a:spcBef>
                <a:spcPct val="0"/>
              </a:spcBef>
              <a:spcAft>
                <a:spcPct val="0"/>
              </a:spcAft>
              <a:defRPr>
                <a:solidFill>
                  <a:schemeClr val="tx1"/>
                </a:solidFill>
                <a:latin typeface="Wingdings 2" pitchFamily="18" charset="2"/>
                <a:ea typeface="굴림" pitchFamily="50" charset="-127"/>
              </a:defRPr>
            </a:lvl6pPr>
            <a:lvl7pPr marL="2971800" indent="-228600" eaLnBrk="0" fontAlgn="base" hangingPunct="0">
              <a:spcBef>
                <a:spcPct val="0"/>
              </a:spcBef>
              <a:spcAft>
                <a:spcPct val="0"/>
              </a:spcAft>
              <a:defRPr>
                <a:solidFill>
                  <a:schemeClr val="tx1"/>
                </a:solidFill>
                <a:latin typeface="Wingdings 2" pitchFamily="18" charset="2"/>
                <a:ea typeface="굴림" pitchFamily="50" charset="-127"/>
              </a:defRPr>
            </a:lvl7pPr>
            <a:lvl8pPr marL="3429000" indent="-228600" eaLnBrk="0" fontAlgn="base" hangingPunct="0">
              <a:spcBef>
                <a:spcPct val="0"/>
              </a:spcBef>
              <a:spcAft>
                <a:spcPct val="0"/>
              </a:spcAft>
              <a:defRPr>
                <a:solidFill>
                  <a:schemeClr val="tx1"/>
                </a:solidFill>
                <a:latin typeface="Wingdings 2" pitchFamily="18" charset="2"/>
                <a:ea typeface="굴림" pitchFamily="50" charset="-127"/>
              </a:defRPr>
            </a:lvl8pPr>
            <a:lvl9pPr marL="3886200" indent="-228600" eaLnBrk="0" fontAlgn="base" hangingPunct="0">
              <a:spcBef>
                <a:spcPct val="0"/>
              </a:spcBef>
              <a:spcAft>
                <a:spcPct val="0"/>
              </a:spcAft>
              <a:defRPr>
                <a:solidFill>
                  <a:schemeClr val="tx1"/>
                </a:solidFill>
                <a:latin typeface="Wingdings 2" pitchFamily="18" charset="2"/>
                <a:ea typeface="굴림" pitchFamily="50" charset="-127"/>
              </a:defRPr>
            </a:lvl9pPr>
          </a:lstStyle>
          <a:p>
            <a:pPr marL="0" indent="0">
              <a:defRPr/>
            </a:pPr>
            <a:r>
              <a:rPr lang="en-US" altLang="ko-KR" sz="1400">
                <a:latin typeface="Arial" pitchFamily="34" charset="0"/>
                <a:ea typeface="맑은 고딕" pitchFamily="50" charset="-127"/>
              </a:rPr>
              <a:t>Infinity IPTV Player - LG Seller Lounge QA Verification Summary:
1. Application Package:
   - App ID: com.infinity.iptvplayer
   - Version: 1.0.0
   - Package File: com.infinity.iptvplayer_1.0.0_all.ipk (Offline packaged web app)
   - Resolution: Native 1920x1080 (Full HD, 16:9), Hardware Accelerated
2. Platform Compatibility:
   - Target Platforms: LG webOS TV (webOS 3.5, 4.0, 4.5, 5.0, 6.0, 22, 23, 24, 25)
   - Tested On: webOS 24 / webOS 25 OLED and UHD TV hardware
3. Video / Audio Codec Support:
   - Streaming Protocols: HLS (m3u8), MPEG-TS (ts), HTTP Progressive (mp4, mkv)
   - Video Codecs: H.264 (AVC), H.265 (HEVC), VP9
   - Audio Codecs: AAC, MP3, AC3 (Dolby Digital), EAC3 (Dolby Digital Plus)
4. Quality Assurance Self-Check:
   - All 53 Seller Lounge Self-Check List items verified (49 Pass, 4 N/A, 0 Fail).
   - Safe zone adherence: All interactive controls are placed strictly within overscan margins.
   - Clean termination via webOS application lifecycle handlers.
5. Developer Contact:
   - Developer: Asheesh Sahu
   - Email: asheeshsahu7300@gmail.com
   - GitHub Repository: https://github.com/asheeshsahu7300/Infinity-IPTV-Player</a:t>
            </a:r>
            <a:endParaRPr lang="en-US" altLang="ko-KR" sz="1400" dirty="0">
              <a:latin typeface="Arial" pitchFamily="34" charset="0"/>
              <a:ea typeface="맑은 고딕" pitchFamily="50" charset="-127"/>
            </a:endParaRPr>
          </a:p>
        </p:txBody>
      </p:sp>
      <p:sp>
        <p:nvSpPr>
          <p:cNvPr id="5" name="텍스트 개체 틀 4">
            <a:extLst>
              <a:ext uri="{FF2B5EF4-FFF2-40B4-BE49-F238E27FC236}">
                <a16:creationId xmlns:a16="http://schemas.microsoft.com/office/drawing/2014/main" id="{56698051-180F-DF59-DC23-DDD09C7BDF6D}"/>
              </a:ext>
            </a:extLst>
          </p:cNvPr>
          <p:cNvSpPr>
            <a:spLocks noGrp="1"/>
          </p:cNvSpPr>
          <p:nvPr>
            <p:ph type="body" sz="quarter" idx="13"/>
          </p:nvPr>
        </p:nvSpPr>
        <p:spPr>
          <a:xfrm>
            <a:off x="0" y="188913"/>
            <a:ext cx="7761288" cy="368300"/>
          </a:xfrm>
        </p:spPr>
        <p:txBody>
          <a:bodyPr/>
          <a:lstStyle/>
          <a:p>
            <a:pPr>
              <a:defRPr/>
            </a:pPr>
            <a:r>
              <a:rPr lang="en-US" altLang="ko-KR">
                <a:latin typeface="Arial" charset="0"/>
                <a:ea typeface="돋움" pitchFamily="50" charset="-127"/>
              </a:rPr>
              <a:t>[Appendix]</a:t>
            </a:r>
          </a:p>
        </p:txBody>
      </p:sp>
    </p:spTree>
  </p:cSld>
  <p:clrMapOvr>
    <a:masterClrMapping/>
  </p:clrMapOvr>
</p:sld>
</file>

<file path=ppt/theme/theme1.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10176</TotalTime>
  <Words>2372</Words>
  <Application>Microsoft Office PowerPoint</Application>
  <PresentationFormat>A4 Paper (210x297 mm)</PresentationFormat>
  <Paragraphs>286</Paragraphs>
  <Slides>15</Slides>
  <Notes>15</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15</vt:i4>
      </vt:variant>
    </vt:vector>
  </HeadingPairs>
  <TitlesOfParts>
    <vt:vector size="30" baseType="lpstr">
      <vt:lpstr>Wingdings 2</vt:lpstr>
      <vt:lpstr>굴림</vt:lpstr>
      <vt:lpstr>Arial</vt:lpstr>
      <vt:lpstr>맑은 고딕</vt:lpstr>
      <vt:lpstr>Calibri</vt:lpstr>
      <vt:lpstr>Wingdings</vt:lpstr>
      <vt:lpstr>돋움</vt:lpstr>
      <vt:lpstr>돋움체</vt:lpstr>
      <vt:lpstr>Arial Unicode MS</vt:lpstr>
      <vt:lpstr>1_기본 디자인</vt:lpstr>
      <vt:lpstr>디자인 사용자 지정</vt:lpstr>
      <vt:lpstr>1_디자인 사용자 지정</vt:lpstr>
      <vt:lpstr>2_디자인 사용자 지정</vt:lpstr>
      <vt:lpstr>3_기본 디자인</vt:lpstr>
      <vt:lpstr>2_기본 디자인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title]description</dc:title>
  <dc:creator>LG Apps</dc:creator>
  <cp:lastModifiedBy>asheesh sahu</cp:lastModifiedBy>
  <cp:revision>677</cp:revision>
  <dcterms:created xsi:type="dcterms:W3CDTF">2010-07-06T05:41:28Z</dcterms:created>
  <dcterms:modified xsi:type="dcterms:W3CDTF">2026-10-24T18:40:59Z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ed9fc-fefc-4a0c-a6d6-10cf236c0d4f_Enabled">
    <vt:lpwstr>true</vt:lpwstr>
  </property>
  <property fmtid="{D5CDD505-2E9C-101B-9397-08002B2CF9AE}" pid="3" name="MSIP_Label_cc6ed9fc-fefc-4a0c-a6d6-10cf236c0d4f_SetDate">
    <vt:lpwstr>2025-06-24T00:22:46Z</vt:lpwstr>
  </property>
  <property fmtid="{D5CDD505-2E9C-101B-9397-08002B2CF9AE}" pid="4" name="MSIP_Label_cc6ed9fc-fefc-4a0c-a6d6-10cf236c0d4f_Method">
    <vt:lpwstr>Standard</vt:lpwstr>
  </property>
  <property fmtid="{D5CDD505-2E9C-101B-9397-08002B2CF9AE}" pid="5" name="MSIP_Label_cc6ed9fc-fefc-4a0c-a6d6-10cf236c0d4f_Name">
    <vt:lpwstr>Internal use only</vt:lpwstr>
  </property>
  <property fmtid="{D5CDD505-2E9C-101B-9397-08002B2CF9AE}" pid="6" name="MSIP_Label_cc6ed9fc-fefc-4a0c-a6d6-10cf236c0d4f_SiteId">
    <vt:lpwstr>5069cde4-642a-45c0-8094-d0c2dec10be3</vt:lpwstr>
  </property>
  <property fmtid="{D5CDD505-2E9C-101B-9397-08002B2CF9AE}" pid="7" name="MSIP_Label_cc6ed9fc-fefc-4a0c-a6d6-10cf236c0d4f_ActionId">
    <vt:lpwstr>569b36b7-c850-41e2-8d6a-a6d7d9e6d1c6</vt:lpwstr>
  </property>
  <property fmtid="{D5CDD505-2E9C-101B-9397-08002B2CF9AE}" pid="8" name="MSIP_Label_cc6ed9fc-fefc-4a0c-a6d6-10cf236c0d4f_ContentBits">
    <vt:lpwstr>1</vt:lpwstr>
  </property>
</Properties>
</file>